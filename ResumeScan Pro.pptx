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4.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8" r:id="rId2"/>
    <p:sldMasterId id="2147483683" r:id="rId3"/>
    <p:sldMasterId id="2147483686" r:id="rId4"/>
  </p:sldMasterIdLst>
  <p:sldIdLst>
    <p:sldId id="256" r:id="rId5"/>
    <p:sldId id="257" r:id="rId6"/>
    <p:sldId id="258" r:id="rId7"/>
    <p:sldId id="259" r:id="rId8"/>
    <p:sldId id="260" r:id="rId9"/>
    <p:sldId id="261" r:id="rId10"/>
    <p:sldId id="262" r:id="rId11"/>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6327324-C92D-4B25-8369-BAAF73559F06}" v="4" dt="2026-02-02T09:33:19.73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2" d="100"/>
          <a:sy n="102" d="100"/>
        </p:scale>
        <p:origin x="72" y="9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slideMaster" Target="slideMasters/slideMaster3.xml"/><Relationship Id="rId7" Type="http://schemas.openxmlformats.org/officeDocument/2006/relationships/slide" Target="slides/slide3.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Master" Target="slideMasters/slideMaster2.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slide" Target="slides/slide6.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aitanya o" userId="391a2dacdf420670" providerId="LiveId" clId="{BA7F2C24-AEE6-4897-9DC8-4DDC1FBF8E9E}"/>
    <pc:docChg chg="custSel delSld modSld">
      <pc:chgData name="chaitanya o" userId="391a2dacdf420670" providerId="LiveId" clId="{BA7F2C24-AEE6-4897-9DC8-4DDC1FBF8E9E}" dt="2026-02-02T09:34:12.883" v="9" actId="2696"/>
      <pc:docMkLst>
        <pc:docMk/>
      </pc:docMkLst>
      <pc:sldChg chg="modSp mod">
        <pc:chgData name="chaitanya o" userId="391a2dacdf420670" providerId="LiveId" clId="{BA7F2C24-AEE6-4897-9DC8-4DDC1FBF8E9E}" dt="2026-02-02T09:33:15.708" v="1" actId="27636"/>
        <pc:sldMkLst>
          <pc:docMk/>
          <pc:sldMk cId="0" sldId="260"/>
        </pc:sldMkLst>
        <pc:spChg chg="mod">
          <ac:chgData name="chaitanya o" userId="391a2dacdf420670" providerId="LiveId" clId="{BA7F2C24-AEE6-4897-9DC8-4DDC1FBF8E9E}" dt="2026-02-02T09:33:15.708" v="1" actId="27636"/>
          <ac:spMkLst>
            <pc:docMk/>
            <pc:sldMk cId="0" sldId="260"/>
            <ac:spMk id="169" creationId="{00000000-0000-0000-0000-000000000000}"/>
          </ac:spMkLst>
        </pc:spChg>
      </pc:sldChg>
      <pc:sldChg chg="addSp delSp modSp del mod">
        <pc:chgData name="chaitanya o" userId="391a2dacdf420670" providerId="LiveId" clId="{BA7F2C24-AEE6-4897-9DC8-4DDC1FBF8E9E}" dt="2026-02-02T09:34:12.883" v="9" actId="2696"/>
        <pc:sldMkLst>
          <pc:docMk/>
          <pc:sldMk cId="0" sldId="263"/>
        </pc:sldMkLst>
        <pc:spChg chg="mod">
          <ac:chgData name="chaitanya o" userId="391a2dacdf420670" providerId="LiveId" clId="{BA7F2C24-AEE6-4897-9DC8-4DDC1FBF8E9E}" dt="2026-02-02T09:33:19.739" v="4"/>
          <ac:spMkLst>
            <pc:docMk/>
            <pc:sldMk cId="0" sldId="263"/>
            <ac:spMk id="3" creationId="{71A9FF03-1055-4BDB-6930-9EB432881884}"/>
          </ac:spMkLst>
        </pc:spChg>
        <pc:spChg chg="add mod">
          <ac:chgData name="chaitanya o" userId="391a2dacdf420670" providerId="LiveId" clId="{BA7F2C24-AEE6-4897-9DC8-4DDC1FBF8E9E}" dt="2026-02-02T09:33:19.739" v="4"/>
          <ac:spMkLst>
            <pc:docMk/>
            <pc:sldMk cId="0" sldId="263"/>
            <ac:spMk id="5" creationId="{26DB156B-E11C-24FB-493F-281A772CD48B}"/>
          </ac:spMkLst>
        </pc:spChg>
        <pc:spChg chg="add mod">
          <ac:chgData name="chaitanya o" userId="391a2dacdf420670" providerId="LiveId" clId="{BA7F2C24-AEE6-4897-9DC8-4DDC1FBF8E9E}" dt="2026-02-02T09:33:19.739" v="4"/>
          <ac:spMkLst>
            <pc:docMk/>
            <pc:sldMk cId="0" sldId="263"/>
            <ac:spMk id="6" creationId="{3461940E-87EE-2B31-2DD0-5F6D0FE2843F}"/>
          </ac:spMkLst>
        </pc:spChg>
        <pc:spChg chg="add mod">
          <ac:chgData name="chaitanya o" userId="391a2dacdf420670" providerId="LiveId" clId="{BA7F2C24-AEE6-4897-9DC8-4DDC1FBF8E9E}" dt="2026-02-02T09:33:19.739" v="4"/>
          <ac:spMkLst>
            <pc:docMk/>
            <pc:sldMk cId="0" sldId="263"/>
            <ac:spMk id="7" creationId="{5CB733F5-6B51-E322-2220-CD59570DE8BA}"/>
          </ac:spMkLst>
        </pc:spChg>
        <pc:spChg chg="mod">
          <ac:chgData name="chaitanya o" userId="391a2dacdf420670" providerId="LiveId" clId="{BA7F2C24-AEE6-4897-9DC8-4DDC1FBF8E9E}" dt="2026-02-02T09:33:42.102" v="8" actId="6549"/>
          <ac:spMkLst>
            <pc:docMk/>
            <pc:sldMk cId="0" sldId="263"/>
            <ac:spMk id="179" creationId="{00000000-0000-0000-0000-000000000000}"/>
          </ac:spMkLst>
        </pc:spChg>
        <pc:spChg chg="del">
          <ac:chgData name="chaitanya o" userId="391a2dacdf420670" providerId="LiveId" clId="{BA7F2C24-AEE6-4897-9DC8-4DDC1FBF8E9E}" dt="2026-02-02T09:33:34.119" v="6" actId="21"/>
          <ac:spMkLst>
            <pc:docMk/>
            <pc:sldMk cId="0" sldId="263"/>
            <ac:spMk id="181" creationId="{00000000-0000-0000-0000-000000000000}"/>
          </ac:spMkLst>
        </pc:spChg>
        <pc:grpChg chg="add del mod">
          <ac:chgData name="chaitanya o" userId="391a2dacdf420670" providerId="LiveId" clId="{BA7F2C24-AEE6-4897-9DC8-4DDC1FBF8E9E}" dt="2026-02-02T09:33:27.712" v="5" actId="21"/>
          <ac:grpSpMkLst>
            <pc:docMk/>
            <pc:sldMk cId="0" sldId="263"/>
            <ac:grpSpMk id="2" creationId="{368BA61B-E105-49DF-955B-78A2AF83FCD1}"/>
          </ac:grpSpMkLst>
        </pc:grpChg>
        <pc:grpChg chg="del">
          <ac:chgData name="chaitanya o" userId="391a2dacdf420670" providerId="LiveId" clId="{BA7F2C24-AEE6-4897-9DC8-4DDC1FBF8E9E}" dt="2026-02-02T09:33:27.712" v="5" actId="21"/>
          <ac:grpSpMkLst>
            <pc:docMk/>
            <pc:sldMk cId="0" sldId="263"/>
            <ac:grpSpMk id="175" creationId="{00000000-0000-0000-0000-000000000000}"/>
          </ac:grpSpMkLst>
        </pc:grpChg>
        <pc:grpChg chg="del">
          <ac:chgData name="chaitanya o" userId="391a2dacdf420670" providerId="LiveId" clId="{BA7F2C24-AEE6-4897-9DC8-4DDC1FBF8E9E}" dt="2026-02-02T09:33:34.119" v="6" actId="21"/>
          <ac:grpSpMkLst>
            <pc:docMk/>
            <pc:sldMk cId="0" sldId="263"/>
            <ac:grpSpMk id="182" creationId="{00000000-0000-0000-0000-000000000000}"/>
          </ac:grpSpMkLst>
        </pc:grpChg>
        <pc:grpChg chg="del">
          <ac:chgData name="chaitanya o" userId="391a2dacdf420670" providerId="LiveId" clId="{BA7F2C24-AEE6-4897-9DC8-4DDC1FBF8E9E}" dt="2026-02-02T09:33:34.119" v="6" actId="21"/>
          <ac:grpSpMkLst>
            <pc:docMk/>
            <pc:sldMk cId="0" sldId="263"/>
            <ac:grpSpMk id="187" creationId="{00000000-0000-0000-0000-000000000000}"/>
          </ac:grpSpMkLst>
        </pc:grpChg>
        <pc:grpChg chg="del">
          <ac:chgData name="chaitanya o" userId="391a2dacdf420670" providerId="LiveId" clId="{BA7F2C24-AEE6-4897-9DC8-4DDC1FBF8E9E}" dt="2026-02-02T09:33:34.119" v="6" actId="21"/>
          <ac:grpSpMkLst>
            <pc:docMk/>
            <pc:sldMk cId="0" sldId="263"/>
            <ac:grpSpMk id="192" creationId="{00000000-0000-0000-0000-000000000000}"/>
          </ac:grpSpMkLst>
        </pc:grpChg>
        <pc:cxnChg chg="mod">
          <ac:chgData name="chaitanya o" userId="391a2dacdf420670" providerId="LiveId" clId="{BA7F2C24-AEE6-4897-9DC8-4DDC1FBF8E9E}" dt="2026-02-02T09:33:19.739" v="4"/>
          <ac:cxnSpMkLst>
            <pc:docMk/>
            <pc:sldMk cId="0" sldId="263"/>
            <ac:cxnSpMk id="4" creationId="{C26B0570-9BD1-9FB9-9C95-5F3E71B9CA34}"/>
          </ac:cxnSpMkLst>
        </pc:cxn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hyperlink" Target="https://freepik.com/" TargetMode="External"/><Relationship Id="rId2" Type="http://schemas.openxmlformats.org/officeDocument/2006/relationships/hyperlink" Target="http://bit.ly/2Tynxth" TargetMode="External"/><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lt1"/>
        </a:solidFill>
        <a:effectLst/>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713160" y="1014480"/>
            <a:ext cx="5601960" cy="2219400"/>
          </a:xfrm>
          <a:prstGeom prst="rect">
            <a:avLst/>
          </a:prstGeom>
          <a:noFill/>
          <a:ln w="0">
            <a:noFill/>
          </a:ln>
        </p:spPr>
        <p:txBody>
          <a:bodyPr lIns="91440" tIns="91440" rIns="91440" bIns="91440" anchor="b">
            <a:noAutofit/>
          </a:bodyPr>
          <a:lstStyle/>
          <a:p>
            <a:pPr indent="0">
              <a:buNone/>
            </a:pPr>
            <a:r>
              <a:rPr lang="fr-FR" sz="3600" b="0" u="none" strike="noStrike">
                <a:solidFill>
                  <a:schemeClr val="dk1"/>
                </a:solidFill>
                <a:effectLst/>
                <a:uFillTx/>
                <a:latin typeface="Arial"/>
              </a:rPr>
              <a:t>Click to edit the title text format</a:t>
            </a:r>
          </a:p>
        </p:txBody>
      </p:sp>
      <p:sp>
        <p:nvSpPr>
          <p:cNvPr id="8" name="Google Shape;11;p2"/>
          <p:cNvSpPr/>
          <p:nvPr/>
        </p:nvSpPr>
        <p:spPr>
          <a:xfrm>
            <a:off x="8291160" y="0"/>
            <a:ext cx="852480" cy="5143320"/>
          </a:xfrm>
          <a:prstGeom prst="rect">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2" name="Google Shape;12;p2"/>
          <p:cNvGrpSpPr/>
          <p:nvPr/>
        </p:nvGrpSpPr>
        <p:grpSpPr>
          <a:xfrm>
            <a:off x="-55080" y="539280"/>
            <a:ext cx="9198720" cy="4604040"/>
            <a:chOff x="-55080" y="539280"/>
            <a:chExt cx="9198720" cy="4604040"/>
          </a:xfrm>
        </p:grpSpPr>
        <p:cxnSp>
          <p:nvCxnSpPr>
            <p:cNvPr id="3" name="Google Shape;13;p2"/>
            <p:cNvCxnSpPr/>
            <p:nvPr/>
          </p:nvCxnSpPr>
          <p:spPr>
            <a:xfrm>
              <a:off x="-55080" y="4608360"/>
              <a:ext cx="4870800" cy="360"/>
            </a:xfrm>
            <a:prstGeom prst="straightConnector1">
              <a:avLst/>
            </a:prstGeom>
            <a:ln w="9525">
              <a:solidFill>
                <a:srgbClr val="0A0A0A"/>
              </a:solidFill>
              <a:round/>
            </a:ln>
          </p:spPr>
        </p:cxnSp>
        <p:cxnSp>
          <p:nvCxnSpPr>
            <p:cNvPr id="4" name="Google Shape;14;p2"/>
            <p:cNvCxnSpPr/>
            <p:nvPr/>
          </p:nvCxnSpPr>
          <p:spPr>
            <a:xfrm>
              <a:off x="4751640" y="539280"/>
              <a:ext cx="4392360" cy="360"/>
            </a:xfrm>
            <a:prstGeom prst="straightConnector1">
              <a:avLst/>
            </a:prstGeom>
            <a:ln w="9525">
              <a:solidFill>
                <a:srgbClr val="0A0A0A"/>
              </a:solidFill>
              <a:round/>
            </a:ln>
          </p:spPr>
        </p:cxnSp>
        <p:cxnSp>
          <p:nvCxnSpPr>
            <p:cNvPr id="5" name="Google Shape;15;p2"/>
            <p:cNvCxnSpPr/>
            <p:nvPr/>
          </p:nvCxnSpPr>
          <p:spPr>
            <a:xfrm flipV="1">
              <a:off x="8430480" y="804960"/>
              <a:ext cx="360" cy="4338720"/>
            </a:xfrm>
            <a:prstGeom prst="straightConnector1">
              <a:avLst/>
            </a:prstGeom>
            <a:ln w="9525">
              <a:solidFill>
                <a:srgbClr val="0A0A0A"/>
              </a:solidFill>
              <a:round/>
            </a:ln>
          </p:spPr>
        </p:cxnSp>
      </p:grpSp>
      <p:sp>
        <p:nvSpPr>
          <p:cNvPr id="6"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IG_NUMBER">
    <p:bg>
      <p:bgPr>
        <a:solidFill>
          <a:schemeClr val="lt1"/>
        </a:solidFill>
        <a:effectLst/>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1604520" y="1354680"/>
            <a:ext cx="5934960" cy="1844280"/>
          </a:xfrm>
          <a:prstGeom prst="rect">
            <a:avLst/>
          </a:prstGeom>
          <a:noFill/>
          <a:ln w="0">
            <a:noFill/>
          </a:ln>
        </p:spPr>
        <p:txBody>
          <a:bodyPr lIns="91440" tIns="91440" rIns="91440" bIns="91440" anchor="ctr">
            <a:noAutofit/>
          </a:bodyPr>
          <a:lstStyle/>
          <a:p>
            <a:pPr indent="0" algn="ctr">
              <a:lnSpc>
                <a:spcPct val="100000"/>
              </a:lnSpc>
              <a:buNone/>
            </a:pPr>
            <a:r>
              <a:rPr lang="fr-FR" sz="7400" b="0" u="none" strike="noStrike">
                <a:solidFill>
                  <a:schemeClr val="dk1"/>
                </a:solidFill>
                <a:effectLst/>
                <a:uFillTx/>
                <a:latin typeface="Golos Text"/>
                <a:ea typeface="Golos Text"/>
              </a:rPr>
              <a:t>xx%</a:t>
            </a:r>
            <a:endParaRPr lang="fr-FR" sz="7400" b="0" u="none" strike="noStrike">
              <a:solidFill>
                <a:schemeClr val="dk1"/>
              </a:solidFill>
              <a:effectLst/>
              <a:uFillTx/>
              <a:latin typeface="Arial"/>
            </a:endParaRPr>
          </a:p>
        </p:txBody>
      </p:sp>
      <p:sp>
        <p:nvSpPr>
          <p:cNvPr id="8" name="Google Shape;71;p11"/>
          <p:cNvSpPr/>
          <p:nvPr/>
        </p:nvSpPr>
        <p:spPr>
          <a:xfrm rot="10800000">
            <a:off x="-54720" y="360"/>
            <a:ext cx="852480" cy="5143320"/>
          </a:xfrm>
          <a:prstGeom prst="rect">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9" name="Google Shape;72;p11"/>
          <p:cNvGrpSpPr/>
          <p:nvPr/>
        </p:nvGrpSpPr>
        <p:grpSpPr>
          <a:xfrm>
            <a:off x="-55080" y="0"/>
            <a:ext cx="9199080" cy="4603680"/>
            <a:chOff x="-55080" y="0"/>
            <a:chExt cx="9199080" cy="4603680"/>
          </a:xfrm>
        </p:grpSpPr>
        <p:cxnSp>
          <p:nvCxnSpPr>
            <p:cNvPr id="10" name="Google Shape;73;p11"/>
            <p:cNvCxnSpPr/>
            <p:nvPr/>
          </p:nvCxnSpPr>
          <p:spPr>
            <a:xfrm flipH="1">
              <a:off x="4580280" y="534600"/>
              <a:ext cx="4564080" cy="360"/>
            </a:xfrm>
            <a:prstGeom prst="straightConnector1">
              <a:avLst/>
            </a:prstGeom>
            <a:ln w="9525">
              <a:solidFill>
                <a:srgbClr val="0A0A0A"/>
              </a:solidFill>
              <a:round/>
            </a:ln>
          </p:spPr>
        </p:cxnSp>
        <p:cxnSp>
          <p:nvCxnSpPr>
            <p:cNvPr id="11" name="Google Shape;74;p11"/>
            <p:cNvCxnSpPr/>
            <p:nvPr/>
          </p:nvCxnSpPr>
          <p:spPr>
            <a:xfrm flipH="1">
              <a:off x="-55080" y="4603680"/>
              <a:ext cx="6567480" cy="360"/>
            </a:xfrm>
            <a:prstGeom prst="straightConnector1">
              <a:avLst/>
            </a:prstGeom>
            <a:ln w="9525">
              <a:solidFill>
                <a:srgbClr val="0A0A0A"/>
              </a:solidFill>
              <a:round/>
            </a:ln>
          </p:spPr>
        </p:cxnSp>
        <p:cxnSp>
          <p:nvCxnSpPr>
            <p:cNvPr id="12" name="Google Shape;75;p11"/>
            <p:cNvCxnSpPr/>
            <p:nvPr/>
          </p:nvCxnSpPr>
          <p:spPr>
            <a:xfrm>
              <a:off x="657720" y="0"/>
              <a:ext cx="360" cy="4338360"/>
            </a:xfrm>
            <a:prstGeom prst="straightConnector1">
              <a:avLst/>
            </a:prstGeom>
            <a:ln w="9525">
              <a:solidFill>
                <a:srgbClr val="0A0A0A"/>
              </a:solidFill>
              <a:round/>
            </a:ln>
          </p:spPr>
        </p:cxn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CUSTOM_2_1_2">
    <p:bg>
      <p:bgPr>
        <a:solidFill>
          <a:schemeClr val="lt1"/>
        </a:solidFill>
        <a:effectLst/>
      </p:bgPr>
    </p:bg>
    <p:spTree>
      <p:nvGrpSpPr>
        <p:cNvPr id="1" name=""/>
        <p:cNvGrpSpPr/>
        <p:nvPr/>
      </p:nvGrpSpPr>
      <p:grpSpPr>
        <a:xfrm>
          <a:off x="0" y="0"/>
          <a:ext cx="0" cy="0"/>
          <a:chOff x="0" y="0"/>
          <a:chExt cx="0" cy="0"/>
        </a:xfrm>
      </p:grpSpPr>
      <p:sp>
        <p:nvSpPr>
          <p:cNvPr id="30" name="PlaceHolder 1"/>
          <p:cNvSpPr>
            <a:spLocks noGrp="1"/>
          </p:cNvSpPr>
          <p:nvPr>
            <p:ph type="title"/>
          </p:nvPr>
        </p:nvSpPr>
        <p:spPr>
          <a:xfrm>
            <a:off x="2370960" y="572760"/>
            <a:ext cx="4401720" cy="738720"/>
          </a:xfrm>
          <a:prstGeom prst="rect">
            <a:avLst/>
          </a:prstGeom>
          <a:noFill/>
          <a:ln w="0">
            <a:noFill/>
          </a:ln>
        </p:spPr>
        <p:txBody>
          <a:bodyPr lIns="91440" tIns="91440" rIns="91440" bIns="91440" anchor="b">
            <a:noAutofit/>
          </a:bodyPr>
          <a:lstStyle/>
          <a:p>
            <a:pPr indent="0" algn="ctr">
              <a:lnSpc>
                <a:spcPct val="100000"/>
              </a:lnSpc>
              <a:buNone/>
            </a:pPr>
            <a:r>
              <a:rPr lang="fr-FR" sz="3600" b="0" u="none" strike="noStrike">
                <a:solidFill>
                  <a:schemeClr val="dk1"/>
                </a:solidFill>
                <a:effectLst/>
                <a:uFillTx/>
                <a:latin typeface="Golos Text"/>
                <a:ea typeface="Golos Text"/>
              </a:rPr>
              <a:t>xx%</a:t>
            </a:r>
            <a:endParaRPr lang="fr-FR" sz="3600" b="0" u="none" strike="noStrike">
              <a:solidFill>
                <a:schemeClr val="dk1"/>
              </a:solidFill>
              <a:effectLst/>
              <a:uFillTx/>
              <a:latin typeface="Arial"/>
            </a:endParaRPr>
          </a:p>
        </p:txBody>
      </p:sp>
      <p:sp>
        <p:nvSpPr>
          <p:cNvPr id="31" name="PlaceHolder 2"/>
          <p:cNvSpPr>
            <a:spLocks noGrp="1"/>
          </p:cNvSpPr>
          <p:nvPr>
            <p:ph type="title"/>
          </p:nvPr>
        </p:nvSpPr>
        <p:spPr>
          <a:xfrm>
            <a:off x="2370960" y="3382560"/>
            <a:ext cx="4401720" cy="738720"/>
          </a:xfrm>
          <a:prstGeom prst="rect">
            <a:avLst/>
          </a:prstGeom>
          <a:noFill/>
          <a:ln w="0">
            <a:noFill/>
          </a:ln>
        </p:spPr>
        <p:txBody>
          <a:bodyPr lIns="91440" tIns="91440" rIns="91440" bIns="91440" anchor="b">
            <a:noAutofit/>
          </a:bodyPr>
          <a:lstStyle/>
          <a:p>
            <a:pPr indent="0" algn="ctr">
              <a:lnSpc>
                <a:spcPct val="100000"/>
              </a:lnSpc>
              <a:buNone/>
            </a:pPr>
            <a:r>
              <a:rPr lang="fr-FR" sz="3600" b="0" u="none" strike="noStrike">
                <a:solidFill>
                  <a:schemeClr val="dk1"/>
                </a:solidFill>
                <a:effectLst/>
                <a:uFillTx/>
                <a:latin typeface="Golos Text"/>
                <a:ea typeface="Golos Text"/>
              </a:rPr>
              <a:t>xx%</a:t>
            </a:r>
            <a:endParaRPr lang="fr-FR" sz="3600" b="0" u="none" strike="noStrike">
              <a:solidFill>
                <a:schemeClr val="dk1"/>
              </a:solidFill>
              <a:effectLst/>
              <a:uFillTx/>
              <a:latin typeface="Arial"/>
            </a:endParaRPr>
          </a:p>
        </p:txBody>
      </p:sp>
      <p:sp>
        <p:nvSpPr>
          <p:cNvPr id="32" name="PlaceHolder 3"/>
          <p:cNvSpPr>
            <a:spLocks noGrp="1"/>
          </p:cNvSpPr>
          <p:nvPr>
            <p:ph type="title"/>
          </p:nvPr>
        </p:nvSpPr>
        <p:spPr>
          <a:xfrm>
            <a:off x="2370960" y="1977840"/>
            <a:ext cx="4401720" cy="738720"/>
          </a:xfrm>
          <a:prstGeom prst="rect">
            <a:avLst/>
          </a:prstGeom>
          <a:noFill/>
          <a:ln w="0">
            <a:noFill/>
          </a:ln>
        </p:spPr>
        <p:txBody>
          <a:bodyPr lIns="91440" tIns="91440" rIns="91440" bIns="91440" anchor="b">
            <a:noAutofit/>
          </a:bodyPr>
          <a:lstStyle/>
          <a:p>
            <a:pPr indent="0" algn="ctr">
              <a:lnSpc>
                <a:spcPct val="100000"/>
              </a:lnSpc>
              <a:buNone/>
            </a:pPr>
            <a:r>
              <a:rPr lang="fr-FR" sz="3600" b="0" u="none" strike="noStrike">
                <a:solidFill>
                  <a:schemeClr val="dk1"/>
                </a:solidFill>
                <a:effectLst/>
                <a:uFillTx/>
                <a:latin typeface="Golos Text"/>
                <a:ea typeface="Golos Text"/>
              </a:rPr>
              <a:t>xx%</a:t>
            </a:r>
            <a:endParaRPr lang="fr-FR" sz="3600" b="0" u="none" strike="noStrike">
              <a:solidFill>
                <a:schemeClr val="dk1"/>
              </a:solidFill>
              <a:effectLst/>
              <a:uFillTx/>
              <a:latin typeface="Arial"/>
            </a:endParaRPr>
          </a:p>
        </p:txBody>
      </p:sp>
      <p:grpSp>
        <p:nvGrpSpPr>
          <p:cNvPr id="33" name="Google Shape;121;p17"/>
          <p:cNvGrpSpPr/>
          <p:nvPr/>
        </p:nvGrpSpPr>
        <p:grpSpPr>
          <a:xfrm>
            <a:off x="711000" y="0"/>
            <a:ext cx="7719480" cy="5143320"/>
            <a:chOff x="711000" y="0"/>
            <a:chExt cx="7719480" cy="5143320"/>
          </a:xfrm>
        </p:grpSpPr>
        <p:cxnSp>
          <p:nvCxnSpPr>
            <p:cNvPr id="34" name="Google Shape;122;p17"/>
            <p:cNvCxnSpPr/>
            <p:nvPr/>
          </p:nvCxnSpPr>
          <p:spPr>
            <a:xfrm flipV="1">
              <a:off x="711000" y="2191320"/>
              <a:ext cx="360" cy="2952360"/>
            </a:xfrm>
            <a:prstGeom prst="straightConnector1">
              <a:avLst/>
            </a:prstGeom>
            <a:ln w="9525">
              <a:solidFill>
                <a:srgbClr val="0A0A0A"/>
              </a:solidFill>
              <a:round/>
            </a:ln>
          </p:spPr>
        </p:cxnSp>
        <p:cxnSp>
          <p:nvCxnSpPr>
            <p:cNvPr id="35" name="Google Shape;123;p17"/>
            <p:cNvCxnSpPr/>
            <p:nvPr/>
          </p:nvCxnSpPr>
          <p:spPr>
            <a:xfrm flipV="1">
              <a:off x="8430480" y="0"/>
              <a:ext cx="360" cy="2191680"/>
            </a:xfrm>
            <a:prstGeom prst="straightConnector1">
              <a:avLst/>
            </a:prstGeom>
            <a:ln w="9525">
              <a:solidFill>
                <a:srgbClr val="0A0A0A"/>
              </a:solidFill>
              <a:round/>
            </a:ln>
          </p:spPr>
        </p:cxn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CUSTOM_2_1_1_1">
    <p:bg>
      <p:bgPr>
        <a:solidFill>
          <a:schemeClr val="lt1"/>
        </a:solidFill>
        <a:effectLst/>
      </p:bgPr>
    </p:bg>
    <p:spTree>
      <p:nvGrpSpPr>
        <p:cNvPr id="1" name=""/>
        <p:cNvGrpSpPr/>
        <p:nvPr/>
      </p:nvGrpSpPr>
      <p:grpSpPr>
        <a:xfrm>
          <a:off x="0" y="0"/>
          <a:ext cx="0" cy="0"/>
          <a:chOff x="0" y="0"/>
          <a:chExt cx="0" cy="0"/>
        </a:xfrm>
      </p:grpSpPr>
      <p:grpSp>
        <p:nvGrpSpPr>
          <p:cNvPr id="42" name="Google Shape;133;p20"/>
          <p:cNvGrpSpPr/>
          <p:nvPr/>
        </p:nvGrpSpPr>
        <p:grpSpPr>
          <a:xfrm>
            <a:off x="0" y="0"/>
            <a:ext cx="9144000" cy="5143320"/>
            <a:chOff x="0" y="0"/>
            <a:chExt cx="9144000" cy="5143320"/>
          </a:xfrm>
        </p:grpSpPr>
        <p:sp>
          <p:nvSpPr>
            <p:cNvPr id="43" name="Google Shape;134;p20"/>
            <p:cNvSpPr/>
            <p:nvPr/>
          </p:nvSpPr>
          <p:spPr>
            <a:xfrm>
              <a:off x="4186080" y="4426560"/>
              <a:ext cx="4957920" cy="710640"/>
            </a:xfrm>
            <a:prstGeom prst="rect">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4" name="Google Shape;135;p20"/>
            <p:cNvSpPr/>
            <p:nvPr/>
          </p:nvSpPr>
          <p:spPr>
            <a:xfrm>
              <a:off x="0" y="0"/>
              <a:ext cx="852480" cy="5143320"/>
            </a:xfrm>
            <a:prstGeom prst="rect">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45" name="PlaceHolder 1"/>
          <p:cNvSpPr>
            <a:spLocks noGrp="1"/>
          </p:cNvSpPr>
          <p:nvPr>
            <p:ph type="title"/>
          </p:nvPr>
        </p:nvSpPr>
        <p:spPr>
          <a:xfrm>
            <a:off x="4082400" y="544320"/>
            <a:ext cx="4223880" cy="1203120"/>
          </a:xfrm>
          <a:prstGeom prst="rect">
            <a:avLst/>
          </a:prstGeom>
          <a:noFill/>
          <a:ln w="0">
            <a:noFill/>
          </a:ln>
        </p:spPr>
        <p:txBody>
          <a:bodyPr lIns="91440" tIns="91440" rIns="91440" bIns="91440" anchor="b">
            <a:noAutofit/>
          </a:bodyPr>
          <a:lstStyle/>
          <a:p>
            <a:pPr indent="0">
              <a:buNone/>
            </a:pPr>
            <a:r>
              <a:rPr lang="fr-FR" sz="4500" b="0" u="none" strike="noStrike">
                <a:solidFill>
                  <a:schemeClr val="dk1"/>
                </a:solidFill>
                <a:effectLst/>
                <a:uFillTx/>
                <a:latin typeface="Arial"/>
              </a:rPr>
              <a:t>Click to edit the title text format</a:t>
            </a:r>
          </a:p>
        </p:txBody>
      </p:sp>
      <p:grpSp>
        <p:nvGrpSpPr>
          <p:cNvPr id="46" name="Google Shape;138;p20"/>
          <p:cNvGrpSpPr/>
          <p:nvPr/>
        </p:nvGrpSpPr>
        <p:grpSpPr>
          <a:xfrm>
            <a:off x="0" y="539280"/>
            <a:ext cx="8430480" cy="4604040"/>
            <a:chOff x="0" y="539280"/>
            <a:chExt cx="8430480" cy="4604040"/>
          </a:xfrm>
        </p:grpSpPr>
        <p:cxnSp>
          <p:nvCxnSpPr>
            <p:cNvPr id="47" name="Google Shape;139;p20"/>
            <p:cNvCxnSpPr/>
            <p:nvPr/>
          </p:nvCxnSpPr>
          <p:spPr>
            <a:xfrm flipV="1">
              <a:off x="8430480" y="804960"/>
              <a:ext cx="360" cy="4338720"/>
            </a:xfrm>
            <a:prstGeom prst="straightConnector1">
              <a:avLst/>
            </a:prstGeom>
            <a:ln w="9525">
              <a:solidFill>
                <a:srgbClr val="0A0A0A"/>
              </a:solidFill>
              <a:round/>
            </a:ln>
          </p:spPr>
        </p:cxnSp>
        <p:cxnSp>
          <p:nvCxnSpPr>
            <p:cNvPr id="48" name="Google Shape;140;p20"/>
            <p:cNvCxnSpPr/>
            <p:nvPr/>
          </p:nvCxnSpPr>
          <p:spPr>
            <a:xfrm flipH="1">
              <a:off x="0" y="539280"/>
              <a:ext cx="4337280" cy="360"/>
            </a:xfrm>
            <a:prstGeom prst="straightConnector1">
              <a:avLst/>
            </a:prstGeom>
            <a:ln w="9525">
              <a:solidFill>
                <a:srgbClr val="0A0A0A"/>
              </a:solidFill>
              <a:round/>
            </a:ln>
          </p:spPr>
        </p:cxnSp>
      </p:grpSp>
      <p:sp>
        <p:nvSpPr>
          <p:cNvPr id="49" name="PlaceHolder 2"/>
          <p:cNvSpPr>
            <a:spLocks noGrp="1"/>
          </p:cNvSpPr>
          <p:nvPr>
            <p:ph type="body"/>
          </p:nvPr>
        </p:nvSpPr>
        <p:spPr>
          <a:xfrm>
            <a:off x="592200" y="544320"/>
            <a:ext cx="3311640" cy="3883680"/>
          </a:xfrm>
          <a:prstGeom prst="rect">
            <a:avLst/>
          </a:prstGeom>
          <a:noFill/>
          <a:ln w="0">
            <a:noFill/>
          </a:ln>
        </p:spPr>
        <p:txBody>
          <a:bodyPr lIns="90000" tIns="45000" rIns="90000" bIns="45000" anchor="t">
            <a:normAutofit fontScale="700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CUSTOM_11">
    <p:bg>
      <p:bgPr>
        <a:solidFill>
          <a:schemeClr val="lt1"/>
        </a:solidFill>
        <a:effectLst/>
      </p:bgPr>
    </p:bg>
    <p:spTree>
      <p:nvGrpSpPr>
        <p:cNvPr id="1" name=""/>
        <p:cNvGrpSpPr/>
        <p:nvPr/>
      </p:nvGrpSpPr>
      <p:grpSpPr>
        <a:xfrm>
          <a:off x="0" y="0"/>
          <a:ext cx="0" cy="0"/>
          <a:chOff x="0" y="0"/>
          <a:chExt cx="0" cy="0"/>
        </a:xfrm>
      </p:grpSpPr>
      <p:sp>
        <p:nvSpPr>
          <p:cNvPr id="54" name="PlaceHolder 1"/>
          <p:cNvSpPr>
            <a:spLocks noGrp="1"/>
          </p:cNvSpPr>
          <p:nvPr>
            <p:ph type="body"/>
          </p:nvPr>
        </p:nvSpPr>
        <p:spPr>
          <a:xfrm>
            <a:off x="1691280" y="1759320"/>
            <a:ext cx="5761440" cy="209232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Seventh Outline Level</a:t>
            </a:r>
          </a:p>
        </p:txBody>
      </p:sp>
      <p:sp>
        <p:nvSpPr>
          <p:cNvPr id="55" name="PlaceHolder 2"/>
          <p:cNvSpPr>
            <a:spLocks noGrp="1"/>
          </p:cNvSpPr>
          <p:nvPr>
            <p:ph type="title"/>
          </p:nvPr>
        </p:nvSpPr>
        <p:spPr>
          <a:xfrm>
            <a:off x="713160" y="470520"/>
            <a:ext cx="7717320" cy="549720"/>
          </a:xfrm>
          <a:prstGeom prst="rect">
            <a:avLst/>
          </a:prstGeom>
          <a:noFill/>
          <a:ln w="0">
            <a:noFill/>
          </a:ln>
        </p:spPr>
        <p:txBody>
          <a:bodyPr lIns="91440" tIns="91440" rIns="91440" bIns="91440" anchor="t">
            <a:noAutofit/>
          </a:bodyPr>
          <a:lstStyle/>
          <a:p>
            <a:pPr indent="0">
              <a:buNone/>
            </a:pPr>
            <a:r>
              <a:rPr lang="fr-FR" sz="3100" b="0" u="none" strike="noStrike">
                <a:solidFill>
                  <a:schemeClr val="dk1"/>
                </a:solidFill>
                <a:effectLst/>
                <a:uFillTx/>
                <a:latin typeface="Arial"/>
              </a:rPr>
              <a:t>Click to edit the title text format</a:t>
            </a:r>
          </a:p>
        </p:txBody>
      </p:sp>
      <p:sp>
        <p:nvSpPr>
          <p:cNvPr id="56" name="Google Shape;145;p21"/>
          <p:cNvSpPr/>
          <p:nvPr/>
        </p:nvSpPr>
        <p:spPr>
          <a:xfrm flipH="1">
            <a:off x="-720" y="4875840"/>
            <a:ext cx="9143640" cy="267120"/>
          </a:xfrm>
          <a:prstGeom prst="rect">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57" name="Google Shape;146;p21"/>
          <p:cNvGrpSpPr/>
          <p:nvPr/>
        </p:nvGrpSpPr>
        <p:grpSpPr>
          <a:xfrm>
            <a:off x="276480" y="267120"/>
            <a:ext cx="8860320" cy="4876200"/>
            <a:chOff x="276480" y="267120"/>
            <a:chExt cx="8860320" cy="4876200"/>
          </a:xfrm>
        </p:grpSpPr>
        <p:cxnSp>
          <p:nvCxnSpPr>
            <p:cNvPr id="58" name="Google Shape;147;p21"/>
            <p:cNvCxnSpPr/>
            <p:nvPr/>
          </p:nvCxnSpPr>
          <p:spPr>
            <a:xfrm flipV="1">
              <a:off x="276480" y="2571840"/>
              <a:ext cx="360" cy="2571840"/>
            </a:xfrm>
            <a:prstGeom prst="straightConnector1">
              <a:avLst/>
            </a:prstGeom>
            <a:ln w="9525">
              <a:solidFill>
                <a:srgbClr val="0A0A0A"/>
              </a:solidFill>
              <a:round/>
            </a:ln>
          </p:spPr>
        </p:cxnSp>
        <p:cxnSp>
          <p:nvCxnSpPr>
            <p:cNvPr id="59" name="Google Shape;148;p21"/>
            <p:cNvCxnSpPr/>
            <p:nvPr/>
          </p:nvCxnSpPr>
          <p:spPr>
            <a:xfrm>
              <a:off x="4564800" y="267120"/>
              <a:ext cx="4572360" cy="360"/>
            </a:xfrm>
            <a:prstGeom prst="straightConnector1">
              <a:avLst/>
            </a:prstGeom>
            <a:ln w="9525">
              <a:solidFill>
                <a:srgbClr val="0A0A0A"/>
              </a:solidFill>
              <a:round/>
            </a:ln>
          </p:spPr>
        </p:cxn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CUSTOM_2_1_1_1_1_1">
    <p:bg>
      <p:bgPr>
        <a:solidFill>
          <a:schemeClr val="lt1"/>
        </a:solidFill>
        <a:effectLst/>
      </p:bgPr>
    </p:bg>
    <p:spTree>
      <p:nvGrpSpPr>
        <p:cNvPr id="1" name=""/>
        <p:cNvGrpSpPr/>
        <p:nvPr/>
      </p:nvGrpSpPr>
      <p:grpSpPr>
        <a:xfrm>
          <a:off x="0" y="0"/>
          <a:ext cx="0" cy="0"/>
          <a:chOff x="0" y="0"/>
          <a:chExt cx="0" cy="0"/>
        </a:xfrm>
      </p:grpSpPr>
      <p:sp>
        <p:nvSpPr>
          <p:cNvPr id="60" name="PlaceHolder 1"/>
          <p:cNvSpPr>
            <a:spLocks noGrp="1"/>
          </p:cNvSpPr>
          <p:nvPr>
            <p:ph type="title"/>
          </p:nvPr>
        </p:nvSpPr>
        <p:spPr>
          <a:xfrm>
            <a:off x="948240" y="1185480"/>
            <a:ext cx="4862880" cy="803520"/>
          </a:xfrm>
          <a:prstGeom prst="rect">
            <a:avLst/>
          </a:prstGeom>
          <a:noFill/>
          <a:ln w="0">
            <a:noFill/>
          </a:ln>
        </p:spPr>
        <p:txBody>
          <a:bodyPr lIns="91440" tIns="91440" rIns="91440" bIns="91440" anchor="b">
            <a:noAutofit/>
          </a:bodyPr>
          <a:lstStyle/>
          <a:p>
            <a:pPr indent="0">
              <a:buNone/>
            </a:pPr>
            <a:r>
              <a:rPr lang="fr-FR" sz="3100" b="0" u="none" strike="noStrike">
                <a:solidFill>
                  <a:schemeClr val="dk1"/>
                </a:solidFill>
                <a:effectLst/>
                <a:uFillTx/>
                <a:latin typeface="Arial"/>
              </a:rPr>
              <a:t>Click to edit the title text format</a:t>
            </a:r>
          </a:p>
        </p:txBody>
      </p:sp>
      <p:sp>
        <p:nvSpPr>
          <p:cNvPr id="61" name="Google Shape;152;p22"/>
          <p:cNvSpPr/>
          <p:nvPr/>
        </p:nvSpPr>
        <p:spPr>
          <a:xfrm rot="10800000" flipH="1">
            <a:off x="8291520" y="360"/>
            <a:ext cx="852480" cy="5143320"/>
          </a:xfrm>
          <a:prstGeom prst="rect">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62" name="Google Shape;153;p22"/>
          <p:cNvGrpSpPr/>
          <p:nvPr/>
        </p:nvGrpSpPr>
        <p:grpSpPr>
          <a:xfrm>
            <a:off x="-55080" y="0"/>
            <a:ext cx="9198720" cy="4603680"/>
            <a:chOff x="-55080" y="0"/>
            <a:chExt cx="9198720" cy="4603680"/>
          </a:xfrm>
        </p:grpSpPr>
        <p:cxnSp>
          <p:nvCxnSpPr>
            <p:cNvPr id="63" name="Google Shape;154;p22"/>
            <p:cNvCxnSpPr/>
            <p:nvPr/>
          </p:nvCxnSpPr>
          <p:spPr>
            <a:xfrm>
              <a:off x="-55080" y="534600"/>
              <a:ext cx="4571640" cy="360"/>
            </a:xfrm>
            <a:prstGeom prst="straightConnector1">
              <a:avLst/>
            </a:prstGeom>
            <a:ln w="9525">
              <a:solidFill>
                <a:srgbClr val="0A0A0A"/>
              </a:solidFill>
              <a:round/>
            </a:ln>
          </p:spPr>
        </p:cxnSp>
        <p:cxnSp>
          <p:nvCxnSpPr>
            <p:cNvPr id="64" name="Google Shape;155;p22"/>
            <p:cNvCxnSpPr/>
            <p:nvPr/>
          </p:nvCxnSpPr>
          <p:spPr>
            <a:xfrm>
              <a:off x="4584960" y="4603680"/>
              <a:ext cx="4559040" cy="360"/>
            </a:xfrm>
            <a:prstGeom prst="straightConnector1">
              <a:avLst/>
            </a:prstGeom>
            <a:ln w="9525">
              <a:solidFill>
                <a:srgbClr val="0A0A0A"/>
              </a:solidFill>
              <a:round/>
            </a:ln>
          </p:spPr>
        </p:cxnSp>
        <p:cxnSp>
          <p:nvCxnSpPr>
            <p:cNvPr id="65" name="Google Shape;156;p22"/>
            <p:cNvCxnSpPr/>
            <p:nvPr/>
          </p:nvCxnSpPr>
          <p:spPr>
            <a:xfrm>
              <a:off x="8430480" y="0"/>
              <a:ext cx="360" cy="4338360"/>
            </a:xfrm>
            <a:prstGeom prst="straightConnector1">
              <a:avLst/>
            </a:prstGeom>
            <a:ln w="9525">
              <a:solidFill>
                <a:srgbClr val="0A0A0A"/>
              </a:solidFill>
              <a:round/>
            </a:ln>
          </p:spPr>
        </p:cxnSp>
      </p:grpSp>
      <p:sp>
        <p:nvSpPr>
          <p:cNvPr id="66"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USTOM_2_1_1_1_1_1_1">
    <p:bg>
      <p:bgPr>
        <a:solidFill>
          <a:schemeClr val="lt1"/>
        </a:solidFill>
        <a:effectLst/>
      </p:bgPr>
    </p:bg>
    <p:spTree>
      <p:nvGrpSpPr>
        <p:cNvPr id="1" name=""/>
        <p:cNvGrpSpPr/>
        <p:nvPr/>
      </p:nvGrpSpPr>
      <p:grpSpPr>
        <a:xfrm>
          <a:off x="0" y="0"/>
          <a:ext cx="0" cy="0"/>
          <a:chOff x="0" y="0"/>
          <a:chExt cx="0" cy="0"/>
        </a:xfrm>
      </p:grpSpPr>
      <p:sp>
        <p:nvSpPr>
          <p:cNvPr id="67" name="PlaceHolder 1"/>
          <p:cNvSpPr>
            <a:spLocks noGrp="1"/>
          </p:cNvSpPr>
          <p:nvPr>
            <p:ph type="title"/>
          </p:nvPr>
        </p:nvSpPr>
        <p:spPr>
          <a:xfrm>
            <a:off x="1262160" y="1023480"/>
            <a:ext cx="2890080" cy="1678320"/>
          </a:xfrm>
          <a:prstGeom prst="rect">
            <a:avLst/>
          </a:prstGeom>
          <a:noFill/>
          <a:ln w="0">
            <a:noFill/>
          </a:ln>
        </p:spPr>
        <p:txBody>
          <a:bodyPr lIns="91440" tIns="91440" rIns="91440" bIns="91440" anchor="b">
            <a:noAutofit/>
          </a:bodyPr>
          <a:lstStyle/>
          <a:p>
            <a:pPr indent="0">
              <a:buNone/>
            </a:pPr>
            <a:r>
              <a:rPr lang="fr-FR" sz="3100" b="0" u="none" strike="noStrike">
                <a:solidFill>
                  <a:schemeClr val="dk1"/>
                </a:solidFill>
                <a:effectLst/>
                <a:uFillTx/>
                <a:latin typeface="Arial"/>
              </a:rPr>
              <a:t>Click to edit the title text format</a:t>
            </a:r>
          </a:p>
        </p:txBody>
      </p:sp>
      <p:sp>
        <p:nvSpPr>
          <p:cNvPr id="68" name="Google Shape;160;p23"/>
          <p:cNvSpPr/>
          <p:nvPr/>
        </p:nvSpPr>
        <p:spPr>
          <a:xfrm rot="10800000">
            <a:off x="360" y="360"/>
            <a:ext cx="716400" cy="5143320"/>
          </a:xfrm>
          <a:prstGeom prst="rect">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69" name="Google Shape;161;p23"/>
          <p:cNvGrpSpPr/>
          <p:nvPr/>
        </p:nvGrpSpPr>
        <p:grpSpPr>
          <a:xfrm>
            <a:off x="0" y="362880"/>
            <a:ext cx="8859960" cy="4780440"/>
            <a:chOff x="0" y="362880"/>
            <a:chExt cx="8859960" cy="4780440"/>
          </a:xfrm>
        </p:grpSpPr>
        <p:cxnSp>
          <p:nvCxnSpPr>
            <p:cNvPr id="70" name="Google Shape;162;p23"/>
            <p:cNvCxnSpPr/>
            <p:nvPr/>
          </p:nvCxnSpPr>
          <p:spPr>
            <a:xfrm flipH="1">
              <a:off x="0" y="362880"/>
              <a:ext cx="4871160" cy="360"/>
            </a:xfrm>
            <a:prstGeom prst="straightConnector1">
              <a:avLst/>
            </a:prstGeom>
            <a:ln w="9525">
              <a:solidFill>
                <a:srgbClr val="0A0A0A"/>
              </a:solidFill>
              <a:round/>
            </a:ln>
          </p:spPr>
        </p:cxnSp>
        <p:cxnSp>
          <p:nvCxnSpPr>
            <p:cNvPr id="71" name="Google Shape;163;p23"/>
            <p:cNvCxnSpPr/>
            <p:nvPr/>
          </p:nvCxnSpPr>
          <p:spPr>
            <a:xfrm>
              <a:off x="8859960" y="1012320"/>
              <a:ext cx="360" cy="4131360"/>
            </a:xfrm>
            <a:prstGeom prst="straightConnector1">
              <a:avLst/>
            </a:prstGeom>
            <a:ln w="9525">
              <a:solidFill>
                <a:srgbClr val="0A0A0A"/>
              </a:solidFill>
              <a:round/>
            </a:ln>
          </p:spPr>
        </p:cxn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CUSTOM_3">
    <p:bg>
      <p:bgPr>
        <a:solidFill>
          <a:schemeClr val="lt1"/>
        </a:solidFill>
        <a:effectLst/>
      </p:bgPr>
    </p:bg>
    <p:spTree>
      <p:nvGrpSpPr>
        <p:cNvPr id="1" name=""/>
        <p:cNvGrpSpPr/>
        <p:nvPr/>
      </p:nvGrpSpPr>
      <p:grpSpPr>
        <a:xfrm>
          <a:off x="0" y="0"/>
          <a:ext cx="0" cy="0"/>
          <a:chOff x="0" y="0"/>
          <a:chExt cx="0" cy="0"/>
        </a:xfrm>
      </p:grpSpPr>
      <p:sp>
        <p:nvSpPr>
          <p:cNvPr id="80" name="PlaceHolder 1"/>
          <p:cNvSpPr>
            <a:spLocks noGrp="1"/>
          </p:cNvSpPr>
          <p:nvPr>
            <p:ph type="title"/>
          </p:nvPr>
        </p:nvSpPr>
        <p:spPr>
          <a:xfrm>
            <a:off x="713160" y="470520"/>
            <a:ext cx="7717320" cy="549720"/>
          </a:xfrm>
          <a:prstGeom prst="rect">
            <a:avLst/>
          </a:prstGeom>
          <a:noFill/>
          <a:ln w="0">
            <a:noFill/>
          </a:ln>
        </p:spPr>
        <p:txBody>
          <a:bodyPr lIns="91440" tIns="91440" rIns="91440" bIns="91440" anchor="t">
            <a:noAutofit/>
          </a:bodyPr>
          <a:lstStyle/>
          <a:p>
            <a:pPr indent="0">
              <a:buNone/>
            </a:pPr>
            <a:r>
              <a:rPr lang="fr-FR" sz="3100" b="0" u="none" strike="noStrike">
                <a:solidFill>
                  <a:schemeClr val="dk1"/>
                </a:solidFill>
                <a:effectLst/>
                <a:uFillTx/>
                <a:latin typeface="Arial"/>
              </a:rPr>
              <a:t>Click to edit the title text format</a:t>
            </a:r>
          </a:p>
        </p:txBody>
      </p:sp>
      <p:sp>
        <p:nvSpPr>
          <p:cNvPr id="81" name="PlaceHolder 2"/>
          <p:cNvSpPr>
            <a:spLocks noGrp="1"/>
          </p:cNvSpPr>
          <p:nvPr>
            <p:ph type="body"/>
          </p:nvPr>
        </p:nvSpPr>
        <p:spPr>
          <a:xfrm>
            <a:off x="713160" y="1683000"/>
            <a:ext cx="3780720" cy="273456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Seventh Outline Level</a:t>
            </a:r>
          </a:p>
        </p:txBody>
      </p:sp>
      <p:sp>
        <p:nvSpPr>
          <p:cNvPr id="82" name="PlaceHolder 3"/>
          <p:cNvSpPr>
            <a:spLocks noGrp="1"/>
          </p:cNvSpPr>
          <p:nvPr>
            <p:ph type="body"/>
          </p:nvPr>
        </p:nvSpPr>
        <p:spPr>
          <a:xfrm>
            <a:off x="4651200" y="1683000"/>
            <a:ext cx="3780720" cy="273456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Seventh Outline Level</a:t>
            </a:r>
          </a:p>
        </p:txBody>
      </p:sp>
      <p:sp>
        <p:nvSpPr>
          <p:cNvPr id="83" name="Google Shape;179;p25"/>
          <p:cNvSpPr/>
          <p:nvPr/>
        </p:nvSpPr>
        <p:spPr>
          <a:xfrm flipH="1">
            <a:off x="712800" y="4876200"/>
            <a:ext cx="8430120" cy="267120"/>
          </a:xfrm>
          <a:prstGeom prst="rect">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84" name="Google Shape;180;p25"/>
          <p:cNvGrpSpPr/>
          <p:nvPr/>
        </p:nvGrpSpPr>
        <p:grpSpPr>
          <a:xfrm>
            <a:off x="283680" y="-3960"/>
            <a:ext cx="8576280" cy="5147280"/>
            <a:chOff x="283680" y="-3960"/>
            <a:chExt cx="8576280" cy="5147280"/>
          </a:xfrm>
        </p:grpSpPr>
        <p:cxnSp>
          <p:nvCxnSpPr>
            <p:cNvPr id="85" name="Google Shape;181;p25"/>
            <p:cNvCxnSpPr/>
            <p:nvPr/>
          </p:nvCxnSpPr>
          <p:spPr>
            <a:xfrm>
              <a:off x="8859960" y="2571840"/>
              <a:ext cx="360" cy="2571840"/>
            </a:xfrm>
            <a:prstGeom prst="straightConnector1">
              <a:avLst/>
            </a:prstGeom>
            <a:ln w="9525">
              <a:solidFill>
                <a:srgbClr val="0A0A0A"/>
              </a:solidFill>
              <a:round/>
            </a:ln>
          </p:spPr>
        </p:cxnSp>
        <p:cxnSp>
          <p:nvCxnSpPr>
            <p:cNvPr id="86" name="Google Shape;182;p25"/>
            <p:cNvCxnSpPr/>
            <p:nvPr/>
          </p:nvCxnSpPr>
          <p:spPr>
            <a:xfrm>
              <a:off x="283680" y="-3960"/>
              <a:ext cx="360" cy="2575800"/>
            </a:xfrm>
            <a:prstGeom prst="straightConnector1">
              <a:avLst/>
            </a:prstGeom>
            <a:ln w="9525">
              <a:solidFill>
                <a:srgbClr val="0A0A0A"/>
              </a:solidFill>
              <a:round/>
            </a:ln>
          </p:spPr>
        </p:cxn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CUSTOM_3_1">
    <p:bg>
      <p:bgPr>
        <a:solidFill>
          <a:schemeClr val="lt1"/>
        </a:solidFill>
        <a:effectLst/>
      </p:bgPr>
    </p:bg>
    <p:spTree>
      <p:nvGrpSpPr>
        <p:cNvPr id="1" name=""/>
        <p:cNvGrpSpPr/>
        <p:nvPr/>
      </p:nvGrpSpPr>
      <p:grpSpPr>
        <a:xfrm>
          <a:off x="0" y="0"/>
          <a:ext cx="0" cy="0"/>
          <a:chOff x="0" y="0"/>
          <a:chExt cx="0" cy="0"/>
        </a:xfrm>
      </p:grpSpPr>
      <p:sp>
        <p:nvSpPr>
          <p:cNvPr id="87" name="PlaceHolder 1"/>
          <p:cNvSpPr>
            <a:spLocks noGrp="1"/>
          </p:cNvSpPr>
          <p:nvPr>
            <p:ph type="title"/>
          </p:nvPr>
        </p:nvSpPr>
        <p:spPr>
          <a:xfrm>
            <a:off x="713160" y="470520"/>
            <a:ext cx="7717320" cy="549720"/>
          </a:xfrm>
          <a:prstGeom prst="rect">
            <a:avLst/>
          </a:prstGeom>
          <a:noFill/>
          <a:ln w="0">
            <a:noFill/>
          </a:ln>
        </p:spPr>
        <p:txBody>
          <a:bodyPr lIns="91440" tIns="91440" rIns="91440" bIns="91440" anchor="t">
            <a:noAutofit/>
          </a:bodyPr>
          <a:lstStyle/>
          <a:p>
            <a:pPr indent="0">
              <a:buNone/>
            </a:pPr>
            <a:r>
              <a:rPr lang="fr-FR" sz="3100" b="0" u="none" strike="noStrike">
                <a:solidFill>
                  <a:schemeClr val="dk1"/>
                </a:solidFill>
                <a:effectLst/>
                <a:uFillTx/>
                <a:latin typeface="Arial"/>
              </a:rPr>
              <a:t>Click to edit the title text format</a:t>
            </a:r>
          </a:p>
        </p:txBody>
      </p:sp>
      <p:sp>
        <p:nvSpPr>
          <p:cNvPr id="88" name="Google Shape;187;p26"/>
          <p:cNvSpPr/>
          <p:nvPr/>
        </p:nvSpPr>
        <p:spPr>
          <a:xfrm rot="10800000">
            <a:off x="8860680" y="0"/>
            <a:ext cx="283320" cy="5143320"/>
          </a:xfrm>
          <a:prstGeom prst="rect">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89" name="Google Shape;188;p26"/>
          <p:cNvGrpSpPr/>
          <p:nvPr/>
        </p:nvGrpSpPr>
        <p:grpSpPr>
          <a:xfrm>
            <a:off x="0" y="267120"/>
            <a:ext cx="9001800" cy="4876200"/>
            <a:chOff x="0" y="267120"/>
            <a:chExt cx="9001800" cy="4876200"/>
          </a:xfrm>
        </p:grpSpPr>
        <p:cxnSp>
          <p:nvCxnSpPr>
            <p:cNvPr id="90" name="Google Shape;189;p26"/>
            <p:cNvCxnSpPr/>
            <p:nvPr/>
          </p:nvCxnSpPr>
          <p:spPr>
            <a:xfrm flipH="1">
              <a:off x="0" y="267120"/>
              <a:ext cx="1739880" cy="360"/>
            </a:xfrm>
            <a:prstGeom prst="straightConnector1">
              <a:avLst/>
            </a:prstGeom>
            <a:ln w="9525">
              <a:solidFill>
                <a:srgbClr val="0A0A0A"/>
              </a:solidFill>
              <a:round/>
            </a:ln>
          </p:spPr>
        </p:cxnSp>
        <p:cxnSp>
          <p:nvCxnSpPr>
            <p:cNvPr id="91" name="Google Shape;190;p26"/>
            <p:cNvCxnSpPr/>
            <p:nvPr/>
          </p:nvCxnSpPr>
          <p:spPr>
            <a:xfrm>
              <a:off x="9001800" y="1184760"/>
              <a:ext cx="360" cy="3958920"/>
            </a:xfrm>
            <a:prstGeom prst="straightConnector1">
              <a:avLst/>
            </a:prstGeom>
            <a:ln w="9525">
              <a:solidFill>
                <a:srgbClr val="0A0A0A"/>
              </a:solidFill>
              <a:round/>
            </a:ln>
          </p:spPr>
        </p:cxn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USTOM_5">
    <p:bg>
      <p:bgPr>
        <a:solidFill>
          <a:schemeClr val="lt1"/>
        </a:solidFill>
        <a:effectLst/>
      </p:bgPr>
    </p:bg>
    <p:spTree>
      <p:nvGrpSpPr>
        <p:cNvPr id="1" name=""/>
        <p:cNvGrpSpPr/>
        <p:nvPr/>
      </p:nvGrpSpPr>
      <p:grpSpPr>
        <a:xfrm>
          <a:off x="0" y="0"/>
          <a:ext cx="0" cy="0"/>
          <a:chOff x="0" y="0"/>
          <a:chExt cx="0" cy="0"/>
        </a:xfrm>
      </p:grpSpPr>
      <p:sp>
        <p:nvSpPr>
          <p:cNvPr id="93" name="PlaceHolder 1"/>
          <p:cNvSpPr>
            <a:spLocks noGrp="1"/>
          </p:cNvSpPr>
          <p:nvPr>
            <p:ph type="title"/>
          </p:nvPr>
        </p:nvSpPr>
        <p:spPr>
          <a:xfrm>
            <a:off x="713160" y="470520"/>
            <a:ext cx="7717320" cy="549720"/>
          </a:xfrm>
          <a:prstGeom prst="rect">
            <a:avLst/>
          </a:prstGeom>
          <a:noFill/>
          <a:ln w="0">
            <a:noFill/>
          </a:ln>
        </p:spPr>
        <p:txBody>
          <a:bodyPr lIns="91440" tIns="91440" rIns="91440" bIns="91440" anchor="t">
            <a:noAutofit/>
          </a:bodyPr>
          <a:lstStyle/>
          <a:p>
            <a:pPr indent="0">
              <a:buNone/>
            </a:pPr>
            <a:r>
              <a:rPr lang="fr-FR" sz="3100" b="0" u="none" strike="noStrike">
                <a:solidFill>
                  <a:schemeClr val="dk1"/>
                </a:solidFill>
                <a:effectLst/>
                <a:uFillTx/>
                <a:latin typeface="Arial"/>
              </a:rPr>
              <a:t>Click to edit the title text format</a:t>
            </a:r>
          </a:p>
        </p:txBody>
      </p:sp>
      <p:sp>
        <p:nvSpPr>
          <p:cNvPr id="94" name="Google Shape;207;p28"/>
          <p:cNvSpPr/>
          <p:nvPr/>
        </p:nvSpPr>
        <p:spPr>
          <a:xfrm>
            <a:off x="0" y="4876200"/>
            <a:ext cx="9143640" cy="267120"/>
          </a:xfrm>
          <a:prstGeom prst="rect">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95" name="Google Shape;208;p28"/>
          <p:cNvGrpSpPr/>
          <p:nvPr/>
        </p:nvGrpSpPr>
        <p:grpSpPr>
          <a:xfrm>
            <a:off x="283680" y="0"/>
            <a:ext cx="8860320" cy="5009760"/>
            <a:chOff x="283680" y="0"/>
            <a:chExt cx="8860320" cy="5009760"/>
          </a:xfrm>
        </p:grpSpPr>
        <p:cxnSp>
          <p:nvCxnSpPr>
            <p:cNvPr id="96" name="Google Shape;209;p28"/>
            <p:cNvCxnSpPr/>
            <p:nvPr/>
          </p:nvCxnSpPr>
          <p:spPr>
            <a:xfrm>
              <a:off x="4572000" y="5009760"/>
              <a:ext cx="4572360" cy="360"/>
            </a:xfrm>
            <a:prstGeom prst="straightConnector1">
              <a:avLst/>
            </a:prstGeom>
            <a:ln w="9525">
              <a:solidFill>
                <a:srgbClr val="0A0A0A"/>
              </a:solidFill>
              <a:round/>
            </a:ln>
          </p:spPr>
        </p:cxnSp>
        <p:cxnSp>
          <p:nvCxnSpPr>
            <p:cNvPr id="97" name="Google Shape;210;p28"/>
            <p:cNvCxnSpPr/>
            <p:nvPr/>
          </p:nvCxnSpPr>
          <p:spPr>
            <a:xfrm flipV="1">
              <a:off x="283680" y="0"/>
              <a:ext cx="360" cy="2919600"/>
            </a:xfrm>
            <a:prstGeom prst="straightConnector1">
              <a:avLst/>
            </a:prstGeom>
            <a:ln w="9525">
              <a:solidFill>
                <a:srgbClr val="0A0A0A"/>
              </a:solidFill>
              <a:round/>
            </a:ln>
          </p:spPr>
        </p:cxn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CUSTOM_6_1">
    <p:bg>
      <p:bgPr>
        <a:solidFill>
          <a:schemeClr val="lt1"/>
        </a:solidFill>
        <a:effectLst/>
      </p:bgPr>
    </p:bg>
    <p:spTree>
      <p:nvGrpSpPr>
        <p:cNvPr id="1" name=""/>
        <p:cNvGrpSpPr/>
        <p:nvPr/>
      </p:nvGrpSpPr>
      <p:grpSpPr>
        <a:xfrm>
          <a:off x="0" y="0"/>
          <a:ext cx="0" cy="0"/>
          <a:chOff x="0" y="0"/>
          <a:chExt cx="0" cy="0"/>
        </a:xfrm>
      </p:grpSpPr>
      <p:sp>
        <p:nvSpPr>
          <p:cNvPr id="101" name="PlaceHolder 1"/>
          <p:cNvSpPr>
            <a:spLocks noGrp="1"/>
          </p:cNvSpPr>
          <p:nvPr>
            <p:ph type="title"/>
          </p:nvPr>
        </p:nvSpPr>
        <p:spPr>
          <a:xfrm>
            <a:off x="713160" y="470520"/>
            <a:ext cx="7717320" cy="549720"/>
          </a:xfrm>
          <a:prstGeom prst="rect">
            <a:avLst/>
          </a:prstGeom>
          <a:noFill/>
          <a:ln w="0">
            <a:noFill/>
          </a:ln>
        </p:spPr>
        <p:txBody>
          <a:bodyPr lIns="91440" tIns="91440" rIns="91440" bIns="91440" anchor="t">
            <a:noAutofit/>
          </a:bodyPr>
          <a:lstStyle/>
          <a:p>
            <a:pPr indent="0">
              <a:buNone/>
            </a:pPr>
            <a:r>
              <a:rPr lang="fr-FR" sz="3100" b="0" u="none" strike="noStrike">
                <a:solidFill>
                  <a:schemeClr val="dk1"/>
                </a:solidFill>
                <a:effectLst/>
                <a:uFillTx/>
                <a:latin typeface="Arial"/>
              </a:rPr>
              <a:t>Click to edit the title text format</a:t>
            </a:r>
          </a:p>
        </p:txBody>
      </p:sp>
      <p:sp>
        <p:nvSpPr>
          <p:cNvPr id="102" name="Google Shape;235;p30"/>
          <p:cNvSpPr/>
          <p:nvPr/>
        </p:nvSpPr>
        <p:spPr>
          <a:xfrm>
            <a:off x="0" y="4876200"/>
            <a:ext cx="8430120" cy="267120"/>
          </a:xfrm>
          <a:prstGeom prst="rect">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03" name="Google Shape;236;p30"/>
          <p:cNvGrpSpPr/>
          <p:nvPr/>
        </p:nvGrpSpPr>
        <p:grpSpPr>
          <a:xfrm>
            <a:off x="283680" y="-3960"/>
            <a:ext cx="8576280" cy="5147280"/>
            <a:chOff x="283680" y="-3960"/>
            <a:chExt cx="8576280" cy="5147280"/>
          </a:xfrm>
        </p:grpSpPr>
        <p:cxnSp>
          <p:nvCxnSpPr>
            <p:cNvPr id="104" name="Google Shape;237;p30"/>
            <p:cNvCxnSpPr/>
            <p:nvPr/>
          </p:nvCxnSpPr>
          <p:spPr>
            <a:xfrm>
              <a:off x="283680" y="2571840"/>
              <a:ext cx="360" cy="2571840"/>
            </a:xfrm>
            <a:prstGeom prst="straightConnector1">
              <a:avLst/>
            </a:prstGeom>
            <a:ln w="9525">
              <a:solidFill>
                <a:srgbClr val="0A0A0A"/>
              </a:solidFill>
              <a:round/>
            </a:ln>
          </p:spPr>
        </p:cxnSp>
        <p:cxnSp>
          <p:nvCxnSpPr>
            <p:cNvPr id="105" name="Google Shape;238;p30"/>
            <p:cNvCxnSpPr/>
            <p:nvPr/>
          </p:nvCxnSpPr>
          <p:spPr>
            <a:xfrm>
              <a:off x="8859960" y="-3960"/>
              <a:ext cx="360" cy="2575800"/>
            </a:xfrm>
            <a:prstGeom prst="straightConnector1">
              <a:avLst/>
            </a:prstGeom>
            <a:ln w="9525">
              <a:solidFill>
                <a:srgbClr val="0A0A0A"/>
              </a:solidFill>
              <a:round/>
            </a:ln>
          </p:spPr>
        </p:cxn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_AND_BODY">
    <p:bg>
      <p:bgPr>
        <a:solidFill>
          <a:schemeClr val="lt1"/>
        </a:solidFill>
        <a:effectLst/>
      </p:bgPr>
    </p:bg>
    <p:spTree>
      <p:nvGrpSpPr>
        <p:cNvPr id="1" name=""/>
        <p:cNvGrpSpPr/>
        <p:nvPr/>
      </p:nvGrpSpPr>
      <p:grpSpPr>
        <a:xfrm>
          <a:off x="0" y="0"/>
          <a:ext cx="0" cy="0"/>
          <a:chOff x="0" y="0"/>
          <a:chExt cx="0" cy="0"/>
        </a:xfrm>
      </p:grpSpPr>
      <p:sp>
        <p:nvSpPr>
          <p:cNvPr id="106" name="PlaceHolder 1"/>
          <p:cNvSpPr>
            <a:spLocks noGrp="1"/>
          </p:cNvSpPr>
          <p:nvPr>
            <p:ph type="title"/>
          </p:nvPr>
        </p:nvSpPr>
        <p:spPr>
          <a:xfrm>
            <a:off x="713160" y="470520"/>
            <a:ext cx="7717320" cy="549720"/>
          </a:xfrm>
          <a:prstGeom prst="rect">
            <a:avLst/>
          </a:prstGeom>
          <a:noFill/>
          <a:ln w="0">
            <a:noFill/>
          </a:ln>
        </p:spPr>
        <p:txBody>
          <a:bodyPr lIns="91440" tIns="91440" rIns="91440" bIns="91440" anchor="t">
            <a:noAutofit/>
          </a:bodyPr>
          <a:lstStyle/>
          <a:p>
            <a:pPr indent="0">
              <a:buNone/>
            </a:pPr>
            <a:r>
              <a:rPr lang="fr-FR" sz="3100" b="0" u="none" strike="noStrike">
                <a:solidFill>
                  <a:schemeClr val="dk1"/>
                </a:solidFill>
                <a:effectLst/>
                <a:uFillTx/>
                <a:latin typeface="Arial"/>
              </a:rPr>
              <a:t>Click to edit the title text format</a:t>
            </a:r>
          </a:p>
        </p:txBody>
      </p:sp>
      <p:sp>
        <p:nvSpPr>
          <p:cNvPr id="107" name="Google Shape;25;p4"/>
          <p:cNvSpPr/>
          <p:nvPr/>
        </p:nvSpPr>
        <p:spPr>
          <a:xfrm flipH="1">
            <a:off x="-720" y="0"/>
            <a:ext cx="9143640" cy="267120"/>
          </a:xfrm>
          <a:prstGeom prst="rect">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08" name="Google Shape;26;p4"/>
          <p:cNvGrpSpPr/>
          <p:nvPr/>
        </p:nvGrpSpPr>
        <p:grpSpPr>
          <a:xfrm>
            <a:off x="0" y="0"/>
            <a:ext cx="8859960" cy="4875840"/>
            <a:chOff x="0" y="0"/>
            <a:chExt cx="8859960" cy="4875840"/>
          </a:xfrm>
        </p:grpSpPr>
        <p:cxnSp>
          <p:nvCxnSpPr>
            <p:cNvPr id="109" name="Google Shape;27;p4"/>
            <p:cNvCxnSpPr/>
            <p:nvPr/>
          </p:nvCxnSpPr>
          <p:spPr>
            <a:xfrm>
              <a:off x="8859960" y="0"/>
              <a:ext cx="360" cy="2571840"/>
            </a:xfrm>
            <a:prstGeom prst="straightConnector1">
              <a:avLst/>
            </a:prstGeom>
            <a:ln w="9525">
              <a:solidFill>
                <a:srgbClr val="0A0A0A"/>
              </a:solidFill>
              <a:round/>
            </a:ln>
          </p:spPr>
        </p:cxnSp>
        <p:cxnSp>
          <p:nvCxnSpPr>
            <p:cNvPr id="110" name="Google Shape;28;p4"/>
            <p:cNvCxnSpPr/>
            <p:nvPr/>
          </p:nvCxnSpPr>
          <p:spPr>
            <a:xfrm flipH="1">
              <a:off x="0" y="4875840"/>
              <a:ext cx="8444880" cy="360"/>
            </a:xfrm>
            <a:prstGeom prst="straightConnector1">
              <a:avLst/>
            </a:prstGeom>
            <a:ln w="9525">
              <a:solidFill>
                <a:srgbClr val="0A0A0A"/>
              </a:solidFill>
              <a:round/>
            </a:ln>
          </p:spPr>
        </p:cxn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USTOM_7_1">
    <p:bg>
      <p:bgPr>
        <a:solidFill>
          <a:schemeClr val="lt1"/>
        </a:solidFill>
        <a:effectLst/>
      </p:bgPr>
    </p:bg>
    <p:spTree>
      <p:nvGrpSpPr>
        <p:cNvPr id="1" name=""/>
        <p:cNvGrpSpPr/>
        <p:nvPr/>
      </p:nvGrpSpPr>
      <p:grpSpPr>
        <a:xfrm>
          <a:off x="0" y="0"/>
          <a:ext cx="0" cy="0"/>
          <a:chOff x="0" y="0"/>
          <a:chExt cx="0" cy="0"/>
        </a:xfrm>
      </p:grpSpPr>
      <p:sp>
        <p:nvSpPr>
          <p:cNvPr id="111" name="PlaceHolder 1"/>
          <p:cNvSpPr>
            <a:spLocks noGrp="1"/>
          </p:cNvSpPr>
          <p:nvPr>
            <p:ph type="title"/>
          </p:nvPr>
        </p:nvSpPr>
        <p:spPr>
          <a:xfrm>
            <a:off x="713160" y="470520"/>
            <a:ext cx="7717320" cy="549720"/>
          </a:xfrm>
          <a:prstGeom prst="rect">
            <a:avLst/>
          </a:prstGeom>
          <a:noFill/>
          <a:ln w="0">
            <a:noFill/>
          </a:ln>
        </p:spPr>
        <p:txBody>
          <a:bodyPr lIns="91440" tIns="91440" rIns="91440" bIns="91440" anchor="t">
            <a:noAutofit/>
          </a:bodyPr>
          <a:lstStyle/>
          <a:p>
            <a:pPr indent="0">
              <a:buNone/>
            </a:pPr>
            <a:r>
              <a:rPr lang="fr-FR" sz="3100" b="0" u="none" strike="noStrike">
                <a:solidFill>
                  <a:schemeClr val="dk1"/>
                </a:solidFill>
                <a:effectLst/>
                <a:uFillTx/>
                <a:latin typeface="Arial"/>
              </a:rPr>
              <a:t>Click to edit the title text format</a:t>
            </a:r>
          </a:p>
        </p:txBody>
      </p:sp>
      <p:sp>
        <p:nvSpPr>
          <p:cNvPr id="112" name="Google Shape;253;p31"/>
          <p:cNvSpPr/>
          <p:nvPr/>
        </p:nvSpPr>
        <p:spPr>
          <a:xfrm rot="10800000" flipH="1">
            <a:off x="-360" y="0"/>
            <a:ext cx="283320" cy="5143320"/>
          </a:xfrm>
          <a:prstGeom prst="rect">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13" name="Google Shape;254;p31"/>
          <p:cNvGrpSpPr/>
          <p:nvPr/>
        </p:nvGrpSpPr>
        <p:grpSpPr>
          <a:xfrm>
            <a:off x="141840" y="267120"/>
            <a:ext cx="9001800" cy="4876200"/>
            <a:chOff x="141840" y="267120"/>
            <a:chExt cx="9001800" cy="4876200"/>
          </a:xfrm>
        </p:grpSpPr>
        <p:cxnSp>
          <p:nvCxnSpPr>
            <p:cNvPr id="114" name="Google Shape;255;p31"/>
            <p:cNvCxnSpPr/>
            <p:nvPr/>
          </p:nvCxnSpPr>
          <p:spPr>
            <a:xfrm>
              <a:off x="7907760" y="267120"/>
              <a:ext cx="1236240" cy="360"/>
            </a:xfrm>
            <a:prstGeom prst="straightConnector1">
              <a:avLst/>
            </a:prstGeom>
            <a:ln w="9525">
              <a:solidFill>
                <a:srgbClr val="0A0A0A"/>
              </a:solidFill>
              <a:round/>
            </a:ln>
          </p:spPr>
        </p:cxnSp>
        <p:cxnSp>
          <p:nvCxnSpPr>
            <p:cNvPr id="115" name="Google Shape;256;p31"/>
            <p:cNvCxnSpPr/>
            <p:nvPr/>
          </p:nvCxnSpPr>
          <p:spPr>
            <a:xfrm>
              <a:off x="141840" y="1184760"/>
              <a:ext cx="360" cy="3958920"/>
            </a:xfrm>
            <a:prstGeom prst="straightConnector1">
              <a:avLst/>
            </a:prstGeom>
            <a:ln w="9525">
              <a:solidFill>
                <a:srgbClr val="0A0A0A"/>
              </a:solidFill>
              <a:round/>
            </a:ln>
          </p:spPr>
        </p:cxn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CUSTOM_8">
    <p:bg>
      <p:bgPr>
        <a:solidFill>
          <a:schemeClr val="lt1"/>
        </a:solidFill>
        <a:effectLst/>
      </p:bgPr>
    </p:bg>
    <p:spTree>
      <p:nvGrpSpPr>
        <p:cNvPr id="1" name=""/>
        <p:cNvGrpSpPr/>
        <p:nvPr/>
      </p:nvGrpSpPr>
      <p:grpSpPr>
        <a:xfrm>
          <a:off x="0" y="0"/>
          <a:ext cx="0" cy="0"/>
          <a:chOff x="0" y="0"/>
          <a:chExt cx="0" cy="0"/>
        </a:xfrm>
      </p:grpSpPr>
      <p:sp>
        <p:nvSpPr>
          <p:cNvPr id="116" name="PlaceHolder 1"/>
          <p:cNvSpPr>
            <a:spLocks noGrp="1"/>
          </p:cNvSpPr>
          <p:nvPr>
            <p:ph type="title"/>
          </p:nvPr>
        </p:nvSpPr>
        <p:spPr>
          <a:xfrm>
            <a:off x="2654640" y="530280"/>
            <a:ext cx="3834360" cy="1107720"/>
          </a:xfrm>
          <a:prstGeom prst="rect">
            <a:avLst/>
          </a:prstGeom>
          <a:noFill/>
          <a:ln w="0">
            <a:noFill/>
          </a:ln>
        </p:spPr>
        <p:txBody>
          <a:bodyPr lIns="91440" tIns="91440" rIns="91440" bIns="91440" anchor="t">
            <a:noAutofit/>
          </a:bodyPr>
          <a:lstStyle/>
          <a:p>
            <a:pPr indent="0">
              <a:buNone/>
            </a:pPr>
            <a:r>
              <a:rPr lang="fr-FR" sz="6000" b="0" u="none" strike="noStrike">
                <a:solidFill>
                  <a:schemeClr val="dk1"/>
                </a:solidFill>
                <a:effectLst/>
                <a:uFillTx/>
                <a:latin typeface="Arial"/>
              </a:rPr>
              <a:t>Click to edit the title text format</a:t>
            </a:r>
          </a:p>
        </p:txBody>
      </p:sp>
      <p:grpSp>
        <p:nvGrpSpPr>
          <p:cNvPr id="117" name="Google Shape;261;p32"/>
          <p:cNvGrpSpPr/>
          <p:nvPr/>
        </p:nvGrpSpPr>
        <p:grpSpPr>
          <a:xfrm>
            <a:off x="713520" y="2579400"/>
            <a:ext cx="8430480" cy="2563920"/>
            <a:chOff x="713520" y="2579400"/>
            <a:chExt cx="8430480" cy="2563920"/>
          </a:xfrm>
        </p:grpSpPr>
        <p:cxnSp>
          <p:nvCxnSpPr>
            <p:cNvPr id="118" name="Google Shape;262;p32"/>
            <p:cNvCxnSpPr/>
            <p:nvPr/>
          </p:nvCxnSpPr>
          <p:spPr>
            <a:xfrm>
              <a:off x="2838960" y="4875840"/>
              <a:ext cx="6305400" cy="360"/>
            </a:xfrm>
            <a:prstGeom prst="straightConnector1">
              <a:avLst/>
            </a:prstGeom>
            <a:ln w="9525">
              <a:solidFill>
                <a:srgbClr val="0A0A0A"/>
              </a:solidFill>
              <a:round/>
            </a:ln>
          </p:spPr>
        </p:cxnSp>
        <p:cxnSp>
          <p:nvCxnSpPr>
            <p:cNvPr id="119" name="Google Shape;263;p32"/>
            <p:cNvCxnSpPr/>
            <p:nvPr/>
          </p:nvCxnSpPr>
          <p:spPr>
            <a:xfrm flipV="1">
              <a:off x="713520" y="2579400"/>
              <a:ext cx="360" cy="2564280"/>
            </a:xfrm>
            <a:prstGeom prst="straightConnector1">
              <a:avLst/>
            </a:prstGeom>
            <a:ln w="9525">
              <a:solidFill>
                <a:srgbClr val="0A0A0A"/>
              </a:solidFill>
              <a:round/>
            </a:ln>
          </p:spPr>
        </p:cxnSp>
      </p:grpSp>
      <p:sp>
        <p:nvSpPr>
          <p:cNvPr id="120" name="Google Shape;264;p32"/>
          <p:cNvSpPr/>
          <p:nvPr/>
        </p:nvSpPr>
        <p:spPr>
          <a:xfrm>
            <a:off x="2654640" y="3304440"/>
            <a:ext cx="3834360" cy="79380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algn="ctr" defTabSz="914400">
              <a:lnSpc>
                <a:spcPct val="115000"/>
              </a:lnSpc>
              <a:tabLst>
                <a:tab pos="0" algn="l"/>
              </a:tabLst>
            </a:pPr>
            <a:r>
              <a:rPr lang="en" sz="1200" b="0" u="none" strike="noStrike">
                <a:solidFill>
                  <a:schemeClr val="dk1"/>
                </a:solidFill>
                <a:effectLst/>
                <a:uFillTx/>
                <a:latin typeface="Commissioner"/>
                <a:ea typeface="Commissioner"/>
              </a:rPr>
              <a:t>Credits: This presentation template was created by </a:t>
            </a:r>
            <a:r>
              <a:rPr lang="en" sz="1200" b="1" u="sng" strike="noStrike">
                <a:solidFill>
                  <a:schemeClr val="dk1"/>
                </a:solidFill>
                <a:effectLst/>
                <a:uFillTx/>
                <a:latin typeface="Commissioner"/>
                <a:ea typeface="Commissioner"/>
                <a:hlinkClick r:id="rId2"/>
              </a:rPr>
              <a:t>Slidesgo</a:t>
            </a:r>
            <a:r>
              <a:rPr lang="en" sz="1200" b="0" u="none" strike="noStrike">
                <a:solidFill>
                  <a:schemeClr val="dk1"/>
                </a:solidFill>
                <a:effectLst/>
                <a:uFillTx/>
                <a:latin typeface="Commissioner"/>
                <a:ea typeface="Commissioner"/>
              </a:rPr>
              <a:t>, and includes icons, infographics &amp; images by </a:t>
            </a:r>
            <a:r>
              <a:rPr lang="en" sz="1200" b="1" u="sng" strike="noStrike">
                <a:solidFill>
                  <a:schemeClr val="dk1"/>
                </a:solidFill>
                <a:effectLst/>
                <a:uFillTx/>
                <a:latin typeface="Commissioner"/>
                <a:ea typeface="Commissioner"/>
                <a:hlinkClick r:id="rId3"/>
              </a:rPr>
              <a:t>Freepi</a:t>
            </a:r>
            <a:r>
              <a:rPr lang="en" sz="1200" b="1" u="sng" strike="noStrike">
                <a:solidFill>
                  <a:schemeClr val="dk1"/>
                </a:solidFill>
                <a:effectLst/>
                <a:uFillTx/>
                <a:latin typeface="Commissioner"/>
                <a:ea typeface="Commissioner"/>
                <a:hlinkClick r:id="rId3"/>
              </a:rPr>
              <a:t>k</a:t>
            </a:r>
            <a:endParaRPr lang="en-US" sz="1200" b="0" u="none" strike="noStrike">
              <a:solidFill>
                <a:srgbClr val="000000"/>
              </a:solidFill>
              <a:effectLst/>
              <a:uFillTx/>
              <a:latin typeface="OpenSymbo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CUSTOM_10">
    <p:bg>
      <p:bgPr>
        <a:solidFill>
          <a:schemeClr val="lt1"/>
        </a:solidFill>
        <a:effectLst/>
      </p:bgPr>
    </p:bg>
    <p:spTree>
      <p:nvGrpSpPr>
        <p:cNvPr id="1" name=""/>
        <p:cNvGrpSpPr/>
        <p:nvPr/>
      </p:nvGrpSpPr>
      <p:grpSpPr>
        <a:xfrm>
          <a:off x="0" y="0"/>
          <a:ext cx="0" cy="0"/>
          <a:chOff x="0" y="0"/>
          <a:chExt cx="0" cy="0"/>
        </a:xfrm>
      </p:grpSpPr>
      <p:sp>
        <p:nvSpPr>
          <p:cNvPr id="125" name="Google Shape;271;p34"/>
          <p:cNvSpPr/>
          <p:nvPr/>
        </p:nvSpPr>
        <p:spPr>
          <a:xfrm rot="10800000">
            <a:off x="360" y="360"/>
            <a:ext cx="716400" cy="5143320"/>
          </a:xfrm>
          <a:prstGeom prst="rect">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26" name="Google Shape;272;p34"/>
          <p:cNvGrpSpPr/>
          <p:nvPr/>
        </p:nvGrpSpPr>
        <p:grpSpPr>
          <a:xfrm>
            <a:off x="0" y="362880"/>
            <a:ext cx="8859960" cy="4780440"/>
            <a:chOff x="0" y="362880"/>
            <a:chExt cx="8859960" cy="4780440"/>
          </a:xfrm>
        </p:grpSpPr>
        <p:cxnSp>
          <p:nvCxnSpPr>
            <p:cNvPr id="127" name="Google Shape;273;p34"/>
            <p:cNvCxnSpPr/>
            <p:nvPr/>
          </p:nvCxnSpPr>
          <p:spPr>
            <a:xfrm flipH="1">
              <a:off x="0" y="362880"/>
              <a:ext cx="4871160" cy="360"/>
            </a:xfrm>
            <a:prstGeom prst="straightConnector1">
              <a:avLst/>
            </a:prstGeom>
            <a:ln w="9525">
              <a:solidFill>
                <a:srgbClr val="0A0A0A"/>
              </a:solidFill>
              <a:round/>
            </a:ln>
          </p:spPr>
        </p:cxnSp>
        <p:cxnSp>
          <p:nvCxnSpPr>
            <p:cNvPr id="128" name="Google Shape;274;p34"/>
            <p:cNvCxnSpPr/>
            <p:nvPr/>
          </p:nvCxnSpPr>
          <p:spPr>
            <a:xfrm>
              <a:off x="8859960" y="1012320"/>
              <a:ext cx="360" cy="4131360"/>
            </a:xfrm>
            <a:prstGeom prst="straightConnector1">
              <a:avLst/>
            </a:prstGeom>
            <a:ln w="9525">
              <a:solidFill>
                <a:srgbClr val="0A0A0A"/>
              </a:solidFill>
              <a:round/>
            </a:ln>
          </p:spPr>
        </p:cxn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_ONLY">
    <p:bg>
      <p:bgPr>
        <a:solidFill>
          <a:schemeClr val="lt1"/>
        </a:solidFill>
        <a:effectLst/>
      </p:bgPr>
    </p:bg>
    <p:spTree>
      <p:nvGrpSpPr>
        <p:cNvPr id="1" name=""/>
        <p:cNvGrpSpPr/>
        <p:nvPr/>
      </p:nvGrpSpPr>
      <p:grpSpPr>
        <a:xfrm>
          <a:off x="0" y="0"/>
          <a:ext cx="0" cy="0"/>
          <a:chOff x="0" y="0"/>
          <a:chExt cx="0" cy="0"/>
        </a:xfrm>
      </p:grpSpPr>
      <p:sp>
        <p:nvSpPr>
          <p:cNvPr id="132" name="PlaceHolder 1"/>
          <p:cNvSpPr>
            <a:spLocks noGrp="1"/>
          </p:cNvSpPr>
          <p:nvPr>
            <p:ph type="title"/>
          </p:nvPr>
        </p:nvSpPr>
        <p:spPr>
          <a:xfrm>
            <a:off x="713160" y="470520"/>
            <a:ext cx="7717320" cy="549720"/>
          </a:xfrm>
          <a:prstGeom prst="rect">
            <a:avLst/>
          </a:prstGeom>
          <a:noFill/>
          <a:ln w="0">
            <a:noFill/>
          </a:ln>
        </p:spPr>
        <p:txBody>
          <a:bodyPr lIns="91440" tIns="91440" rIns="91440" bIns="91440" anchor="t">
            <a:noAutofit/>
          </a:bodyPr>
          <a:lstStyle/>
          <a:p>
            <a:pPr indent="0">
              <a:buNone/>
            </a:pPr>
            <a:r>
              <a:rPr lang="fr-FR" sz="3100" b="0" u="none" strike="noStrike">
                <a:solidFill>
                  <a:schemeClr val="dk1"/>
                </a:solidFill>
                <a:effectLst/>
                <a:uFillTx/>
                <a:latin typeface="Arial"/>
              </a:rPr>
              <a:t>Click to edit the title text format</a:t>
            </a:r>
          </a:p>
        </p:txBody>
      </p:sp>
      <p:sp>
        <p:nvSpPr>
          <p:cNvPr id="133" name="Google Shape;39;p6"/>
          <p:cNvSpPr/>
          <p:nvPr/>
        </p:nvSpPr>
        <p:spPr>
          <a:xfrm>
            <a:off x="0" y="0"/>
            <a:ext cx="283320" cy="5143320"/>
          </a:xfrm>
          <a:prstGeom prst="rect">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34" name="Google Shape;40;p6"/>
          <p:cNvGrpSpPr/>
          <p:nvPr/>
        </p:nvGrpSpPr>
        <p:grpSpPr>
          <a:xfrm>
            <a:off x="141840" y="0"/>
            <a:ext cx="9001800" cy="4875840"/>
            <a:chOff x="141840" y="0"/>
            <a:chExt cx="9001800" cy="4875840"/>
          </a:xfrm>
        </p:grpSpPr>
        <p:cxnSp>
          <p:nvCxnSpPr>
            <p:cNvPr id="135" name="Google Shape;41;p6"/>
            <p:cNvCxnSpPr/>
            <p:nvPr/>
          </p:nvCxnSpPr>
          <p:spPr>
            <a:xfrm>
              <a:off x="4576320" y="4875840"/>
              <a:ext cx="4567680" cy="360"/>
            </a:xfrm>
            <a:prstGeom prst="straightConnector1">
              <a:avLst/>
            </a:prstGeom>
            <a:ln w="9525">
              <a:solidFill>
                <a:srgbClr val="0A0A0A"/>
              </a:solidFill>
              <a:round/>
            </a:ln>
          </p:spPr>
        </p:cxnSp>
        <p:cxnSp>
          <p:nvCxnSpPr>
            <p:cNvPr id="136" name="Google Shape;42;p6"/>
            <p:cNvCxnSpPr/>
            <p:nvPr/>
          </p:nvCxnSpPr>
          <p:spPr>
            <a:xfrm flipV="1">
              <a:off x="141840" y="0"/>
              <a:ext cx="360" cy="3958560"/>
            </a:xfrm>
            <a:prstGeom prst="straightConnector1">
              <a:avLst/>
            </a:prstGeom>
            <a:ln w="9525">
              <a:solidFill>
                <a:srgbClr val="0A0A0A"/>
              </a:solidFill>
              <a:round/>
            </a:ln>
          </p:spPr>
        </p:cxnSp>
      </p:grpSp>
      <p:sp>
        <p:nvSpPr>
          <p:cNvPr id="137"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ONE_COLUMN_TEXT">
    <p:bg>
      <p:bgPr>
        <a:solidFill>
          <a:schemeClr val="lt1"/>
        </a:solidFill>
        <a:effectLst/>
      </p:bgPr>
    </p:bg>
    <p:spTree>
      <p:nvGrpSpPr>
        <p:cNvPr id="1" name=""/>
        <p:cNvGrpSpPr/>
        <p:nvPr/>
      </p:nvGrpSpPr>
      <p:grpSpPr>
        <a:xfrm>
          <a:off x="0" y="0"/>
          <a:ext cx="0" cy="0"/>
          <a:chOff x="0" y="0"/>
          <a:chExt cx="0" cy="0"/>
        </a:xfrm>
      </p:grpSpPr>
      <p:sp>
        <p:nvSpPr>
          <p:cNvPr id="138" name="PlaceHolder 1"/>
          <p:cNvSpPr>
            <a:spLocks noGrp="1"/>
          </p:cNvSpPr>
          <p:nvPr>
            <p:ph type="title"/>
          </p:nvPr>
        </p:nvSpPr>
        <p:spPr>
          <a:xfrm>
            <a:off x="713160" y="519120"/>
            <a:ext cx="2789280" cy="1971720"/>
          </a:xfrm>
          <a:prstGeom prst="rect">
            <a:avLst/>
          </a:prstGeom>
          <a:noFill/>
          <a:ln w="0">
            <a:noFill/>
          </a:ln>
        </p:spPr>
        <p:txBody>
          <a:bodyPr lIns="91440" tIns="91440" rIns="91440" bIns="91440" anchor="b">
            <a:noAutofit/>
          </a:bodyPr>
          <a:lstStyle/>
          <a:p>
            <a:pPr indent="0">
              <a:buNone/>
            </a:pPr>
            <a:r>
              <a:rPr lang="fr-FR" sz="3100" b="0" u="none" strike="noStrike">
                <a:solidFill>
                  <a:schemeClr val="dk1"/>
                </a:solidFill>
                <a:effectLst/>
                <a:uFillTx/>
                <a:latin typeface="Arial"/>
              </a:rPr>
              <a:t>Click to edit the title text format</a:t>
            </a:r>
          </a:p>
        </p:txBody>
      </p:sp>
      <p:sp>
        <p:nvSpPr>
          <p:cNvPr id="139" name="PlaceHolder 2"/>
          <p:cNvSpPr>
            <a:spLocks noGrp="1"/>
          </p:cNvSpPr>
          <p:nvPr>
            <p:ph type="body"/>
          </p:nvPr>
        </p:nvSpPr>
        <p:spPr>
          <a:xfrm>
            <a:off x="4572000" y="0"/>
            <a:ext cx="4571640" cy="514332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
        <p:nvSpPr>
          <p:cNvPr id="140" name="Google Shape;47;p7"/>
          <p:cNvSpPr/>
          <p:nvPr/>
        </p:nvSpPr>
        <p:spPr>
          <a:xfrm>
            <a:off x="0" y="0"/>
            <a:ext cx="283320" cy="5143320"/>
          </a:xfrm>
          <a:prstGeom prst="rect">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41" name="Google Shape;48;p7"/>
          <p:cNvGrpSpPr/>
          <p:nvPr/>
        </p:nvGrpSpPr>
        <p:grpSpPr>
          <a:xfrm>
            <a:off x="0" y="0"/>
            <a:ext cx="3812040" cy="4608360"/>
            <a:chOff x="0" y="0"/>
            <a:chExt cx="3812040" cy="4608360"/>
          </a:xfrm>
        </p:grpSpPr>
        <p:cxnSp>
          <p:nvCxnSpPr>
            <p:cNvPr id="142" name="Google Shape;49;p7"/>
            <p:cNvCxnSpPr/>
            <p:nvPr/>
          </p:nvCxnSpPr>
          <p:spPr>
            <a:xfrm flipV="1">
              <a:off x="3812040" y="0"/>
              <a:ext cx="360" cy="698760"/>
            </a:xfrm>
            <a:prstGeom prst="straightConnector1">
              <a:avLst/>
            </a:prstGeom>
            <a:ln w="9525">
              <a:solidFill>
                <a:srgbClr val="0A0A0A"/>
              </a:solidFill>
              <a:round/>
            </a:ln>
          </p:spPr>
        </p:cxnSp>
        <p:cxnSp>
          <p:nvCxnSpPr>
            <p:cNvPr id="143" name="Google Shape;50;p7"/>
            <p:cNvCxnSpPr/>
            <p:nvPr/>
          </p:nvCxnSpPr>
          <p:spPr>
            <a:xfrm>
              <a:off x="0" y="4608360"/>
              <a:ext cx="3387240" cy="360"/>
            </a:xfrm>
            <a:prstGeom prst="straightConnector1">
              <a:avLst/>
            </a:prstGeom>
            <a:ln w="9525">
              <a:solidFill>
                <a:srgbClr val="0A0A0A"/>
              </a:solidFill>
              <a:round/>
            </a:ln>
          </p:spPr>
        </p:cxn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MAIN_POINT">
    <p:bg>
      <p:bgPr>
        <a:solidFill>
          <a:schemeClr val="lt1"/>
        </a:solidFill>
        <a:effectLst/>
      </p:bgPr>
    </p:bg>
    <p:spTree>
      <p:nvGrpSpPr>
        <p:cNvPr id="1" name=""/>
        <p:cNvGrpSpPr/>
        <p:nvPr/>
      </p:nvGrpSpPr>
      <p:grpSpPr>
        <a:xfrm>
          <a:off x="0" y="0"/>
          <a:ext cx="0" cy="0"/>
          <a:chOff x="0" y="0"/>
          <a:chExt cx="0" cy="0"/>
        </a:xfrm>
      </p:grpSpPr>
      <p:sp>
        <p:nvSpPr>
          <p:cNvPr id="144" name="PlaceHolder 1"/>
          <p:cNvSpPr>
            <a:spLocks noGrp="1"/>
          </p:cNvSpPr>
          <p:nvPr>
            <p:ph type="title"/>
          </p:nvPr>
        </p:nvSpPr>
        <p:spPr>
          <a:xfrm>
            <a:off x="1864800" y="1218960"/>
            <a:ext cx="5414040" cy="2298240"/>
          </a:xfrm>
          <a:prstGeom prst="rect">
            <a:avLst/>
          </a:prstGeom>
          <a:noFill/>
          <a:ln w="0">
            <a:noFill/>
          </a:ln>
        </p:spPr>
        <p:txBody>
          <a:bodyPr lIns="91440" tIns="91440" rIns="91440" bIns="91440" anchor="ctr">
            <a:noAutofit/>
          </a:bodyPr>
          <a:lstStyle/>
          <a:p>
            <a:pPr indent="0">
              <a:buNone/>
            </a:pPr>
            <a:r>
              <a:rPr lang="fr-FR" sz="6000" b="0" u="none" strike="noStrike">
                <a:solidFill>
                  <a:schemeClr val="dk1"/>
                </a:solidFill>
                <a:effectLst/>
                <a:uFillTx/>
                <a:latin typeface="Arial"/>
              </a:rPr>
              <a:t>Click to edit the title text format</a:t>
            </a:r>
          </a:p>
        </p:txBody>
      </p:sp>
      <p:sp>
        <p:nvSpPr>
          <p:cNvPr id="145" name="Google Shape;53;p8"/>
          <p:cNvSpPr/>
          <p:nvPr/>
        </p:nvSpPr>
        <p:spPr>
          <a:xfrm flipH="1">
            <a:off x="-55440" y="0"/>
            <a:ext cx="852480" cy="5143320"/>
          </a:xfrm>
          <a:prstGeom prst="rect">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46" name="Google Shape;54;p8"/>
          <p:cNvGrpSpPr/>
          <p:nvPr/>
        </p:nvGrpSpPr>
        <p:grpSpPr>
          <a:xfrm>
            <a:off x="-55080" y="539280"/>
            <a:ext cx="9199080" cy="4604040"/>
            <a:chOff x="-55080" y="539280"/>
            <a:chExt cx="9199080" cy="4604040"/>
          </a:xfrm>
        </p:grpSpPr>
        <p:cxnSp>
          <p:nvCxnSpPr>
            <p:cNvPr id="147" name="Google Shape;55;p8"/>
            <p:cNvCxnSpPr/>
            <p:nvPr/>
          </p:nvCxnSpPr>
          <p:spPr>
            <a:xfrm flipH="1">
              <a:off x="3484800" y="4608360"/>
              <a:ext cx="5659560" cy="360"/>
            </a:xfrm>
            <a:prstGeom prst="straightConnector1">
              <a:avLst/>
            </a:prstGeom>
            <a:ln w="9525">
              <a:solidFill>
                <a:srgbClr val="0A0A0A"/>
              </a:solidFill>
              <a:round/>
            </a:ln>
          </p:spPr>
        </p:cxnSp>
        <p:cxnSp>
          <p:nvCxnSpPr>
            <p:cNvPr id="148" name="Google Shape;56;p8"/>
            <p:cNvCxnSpPr/>
            <p:nvPr/>
          </p:nvCxnSpPr>
          <p:spPr>
            <a:xfrm flipH="1">
              <a:off x="-55080" y="539280"/>
              <a:ext cx="4641480" cy="360"/>
            </a:xfrm>
            <a:prstGeom prst="straightConnector1">
              <a:avLst/>
            </a:prstGeom>
            <a:ln w="9525">
              <a:solidFill>
                <a:srgbClr val="0A0A0A"/>
              </a:solidFill>
              <a:round/>
            </a:ln>
          </p:spPr>
        </p:cxnSp>
        <p:cxnSp>
          <p:nvCxnSpPr>
            <p:cNvPr id="149" name="Google Shape;57;p8"/>
            <p:cNvCxnSpPr/>
            <p:nvPr/>
          </p:nvCxnSpPr>
          <p:spPr>
            <a:xfrm flipV="1">
              <a:off x="657720" y="804960"/>
              <a:ext cx="360" cy="4338720"/>
            </a:xfrm>
            <a:prstGeom prst="straightConnector1">
              <a:avLst/>
            </a:prstGeom>
            <a:ln w="9525">
              <a:solidFill>
                <a:srgbClr val="0A0A0A"/>
              </a:solidFill>
              <a:round/>
            </a:ln>
          </p:spPr>
        </p:cxn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SECTION_TITLE_AND_DESCRIPTION">
    <p:bg>
      <p:bgPr>
        <a:solidFill>
          <a:schemeClr val="lt1"/>
        </a:solidFill>
        <a:effectLst/>
      </p:bgPr>
    </p:bg>
    <p:spTree>
      <p:nvGrpSpPr>
        <p:cNvPr id="1" name=""/>
        <p:cNvGrpSpPr/>
        <p:nvPr/>
      </p:nvGrpSpPr>
      <p:grpSpPr>
        <a:xfrm>
          <a:off x="0" y="0"/>
          <a:ext cx="0" cy="0"/>
          <a:chOff x="0" y="0"/>
          <a:chExt cx="0" cy="0"/>
        </a:xfrm>
      </p:grpSpPr>
      <p:sp>
        <p:nvSpPr>
          <p:cNvPr id="150" name="PlaceHolder 1"/>
          <p:cNvSpPr>
            <a:spLocks noGrp="1"/>
          </p:cNvSpPr>
          <p:nvPr>
            <p:ph type="title"/>
          </p:nvPr>
        </p:nvSpPr>
        <p:spPr>
          <a:xfrm>
            <a:off x="1963080" y="829800"/>
            <a:ext cx="5217840" cy="1338120"/>
          </a:xfrm>
          <a:prstGeom prst="rect">
            <a:avLst/>
          </a:prstGeom>
          <a:noFill/>
          <a:ln w="0">
            <a:noFill/>
          </a:ln>
        </p:spPr>
        <p:txBody>
          <a:bodyPr lIns="91440" tIns="91440" rIns="91440" bIns="91440" anchor="b">
            <a:noAutofit/>
          </a:bodyPr>
          <a:lstStyle/>
          <a:p>
            <a:pPr indent="0">
              <a:buNone/>
            </a:pPr>
            <a:r>
              <a:rPr lang="fr-FR" sz="4000" b="0" u="none" strike="noStrike">
                <a:solidFill>
                  <a:schemeClr val="dk1"/>
                </a:solidFill>
                <a:effectLst/>
                <a:uFillTx/>
                <a:latin typeface="Arial"/>
              </a:rPr>
              <a:t>Click to edit the title text format</a:t>
            </a:r>
          </a:p>
        </p:txBody>
      </p:sp>
      <p:sp>
        <p:nvSpPr>
          <p:cNvPr id="151" name="Google Shape;61;p9"/>
          <p:cNvSpPr/>
          <p:nvPr/>
        </p:nvSpPr>
        <p:spPr>
          <a:xfrm>
            <a:off x="0" y="4426560"/>
            <a:ext cx="9143640" cy="710640"/>
          </a:xfrm>
          <a:prstGeom prst="rect">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52" name="Google Shape;62;p9"/>
          <p:cNvGrpSpPr/>
          <p:nvPr/>
        </p:nvGrpSpPr>
        <p:grpSpPr>
          <a:xfrm>
            <a:off x="712440" y="539280"/>
            <a:ext cx="8431560" cy="4604040"/>
            <a:chOff x="712440" y="539280"/>
            <a:chExt cx="8431560" cy="4604040"/>
          </a:xfrm>
        </p:grpSpPr>
        <p:cxnSp>
          <p:nvCxnSpPr>
            <p:cNvPr id="153" name="Google Shape;63;p9"/>
            <p:cNvCxnSpPr/>
            <p:nvPr/>
          </p:nvCxnSpPr>
          <p:spPr>
            <a:xfrm>
              <a:off x="4572000" y="539280"/>
              <a:ext cx="4572360" cy="360"/>
            </a:xfrm>
            <a:prstGeom prst="straightConnector1">
              <a:avLst/>
            </a:prstGeom>
            <a:ln w="9525">
              <a:solidFill>
                <a:srgbClr val="0A0A0A"/>
              </a:solidFill>
              <a:round/>
            </a:ln>
          </p:spPr>
        </p:cxnSp>
        <p:cxnSp>
          <p:nvCxnSpPr>
            <p:cNvPr id="154" name="Google Shape;64;p9"/>
            <p:cNvCxnSpPr/>
            <p:nvPr/>
          </p:nvCxnSpPr>
          <p:spPr>
            <a:xfrm flipV="1">
              <a:off x="712440" y="1685160"/>
              <a:ext cx="360" cy="3458520"/>
            </a:xfrm>
            <a:prstGeom prst="straightConnector1">
              <a:avLst/>
            </a:prstGeom>
            <a:ln w="9525">
              <a:solidFill>
                <a:srgbClr val="0A0A0A"/>
              </a:solidFill>
              <a:round/>
            </a:ln>
          </p:spPr>
        </p:cxn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CUSTOM">
    <p:bg>
      <p:bgPr>
        <a:solidFill>
          <a:schemeClr val="lt1"/>
        </a:solidFill>
        <a:effectLst/>
      </p:bgPr>
    </p:bg>
    <p:spTree>
      <p:nvGrpSpPr>
        <p:cNvPr id="1" name=""/>
        <p:cNvGrpSpPr/>
        <p:nvPr/>
      </p:nvGrpSpPr>
      <p:grpSpPr>
        <a:xfrm>
          <a:off x="0" y="0"/>
          <a:ext cx="0" cy="0"/>
          <a:chOff x="0" y="0"/>
          <a:chExt cx="0" cy="0"/>
        </a:xfrm>
      </p:grpSpPr>
      <p:sp>
        <p:nvSpPr>
          <p:cNvPr id="13" name="PlaceHolder 1"/>
          <p:cNvSpPr>
            <a:spLocks noGrp="1"/>
          </p:cNvSpPr>
          <p:nvPr>
            <p:ph type="title"/>
          </p:nvPr>
        </p:nvSpPr>
        <p:spPr>
          <a:xfrm>
            <a:off x="713160" y="470520"/>
            <a:ext cx="7717320" cy="549720"/>
          </a:xfrm>
          <a:prstGeom prst="rect">
            <a:avLst/>
          </a:prstGeom>
          <a:noFill/>
          <a:ln w="0">
            <a:noFill/>
          </a:ln>
        </p:spPr>
        <p:txBody>
          <a:bodyPr lIns="91440" tIns="91440" rIns="91440" bIns="91440" anchor="t">
            <a:noAutofit/>
          </a:bodyPr>
          <a:lstStyle/>
          <a:p>
            <a:pPr indent="0">
              <a:buNone/>
            </a:pPr>
            <a:r>
              <a:rPr lang="fr-FR" sz="3100" b="0" u="none" strike="noStrike">
                <a:solidFill>
                  <a:schemeClr val="dk1"/>
                </a:solidFill>
                <a:effectLst/>
                <a:uFillTx/>
                <a:latin typeface="Arial"/>
              </a:rPr>
              <a:t>Click to edit the title text format</a:t>
            </a:r>
          </a:p>
        </p:txBody>
      </p:sp>
      <p:sp>
        <p:nvSpPr>
          <p:cNvPr id="14" name="PlaceHolder 2"/>
          <p:cNvSpPr>
            <a:spLocks noGrp="1"/>
          </p:cNvSpPr>
          <p:nvPr>
            <p:ph type="title"/>
          </p:nvPr>
        </p:nvSpPr>
        <p:spPr>
          <a:xfrm>
            <a:off x="993600" y="1483560"/>
            <a:ext cx="875880" cy="1152720"/>
          </a:xfrm>
          <a:prstGeom prst="rect">
            <a:avLst/>
          </a:prstGeom>
          <a:noFill/>
          <a:ln w="0">
            <a:noFill/>
          </a:ln>
        </p:spPr>
        <p:txBody>
          <a:bodyPr lIns="91440" tIns="91440" rIns="91440" bIns="91440" anchor="ctr">
            <a:noAutofit/>
          </a:bodyPr>
          <a:lstStyle/>
          <a:p>
            <a:pPr indent="0" algn="ctr">
              <a:lnSpc>
                <a:spcPct val="100000"/>
              </a:lnSpc>
              <a:buNone/>
            </a:pPr>
            <a:r>
              <a:rPr lang="fr-FR" sz="3400" b="0" u="none" strike="noStrike">
                <a:solidFill>
                  <a:schemeClr val="dk1"/>
                </a:solidFill>
                <a:effectLst/>
                <a:uFillTx/>
                <a:latin typeface="Golos Text"/>
                <a:ea typeface="Golos Text"/>
              </a:rPr>
              <a:t>xx%</a:t>
            </a:r>
            <a:endParaRPr lang="fr-FR" sz="3400" b="0" u="none" strike="noStrike">
              <a:solidFill>
                <a:schemeClr val="dk1"/>
              </a:solidFill>
              <a:effectLst/>
              <a:uFillTx/>
              <a:latin typeface="Arial"/>
            </a:endParaRPr>
          </a:p>
        </p:txBody>
      </p:sp>
      <p:sp>
        <p:nvSpPr>
          <p:cNvPr id="15" name="PlaceHolder 3"/>
          <p:cNvSpPr>
            <a:spLocks noGrp="1"/>
          </p:cNvSpPr>
          <p:nvPr>
            <p:ph type="title"/>
          </p:nvPr>
        </p:nvSpPr>
        <p:spPr>
          <a:xfrm>
            <a:off x="993600" y="3179880"/>
            <a:ext cx="875880" cy="1152720"/>
          </a:xfrm>
          <a:prstGeom prst="rect">
            <a:avLst/>
          </a:prstGeom>
          <a:noFill/>
          <a:ln w="0">
            <a:noFill/>
          </a:ln>
        </p:spPr>
        <p:txBody>
          <a:bodyPr lIns="91440" tIns="91440" rIns="91440" bIns="91440" anchor="ctr">
            <a:noAutofit/>
          </a:bodyPr>
          <a:lstStyle/>
          <a:p>
            <a:pPr indent="0" algn="ctr">
              <a:lnSpc>
                <a:spcPct val="100000"/>
              </a:lnSpc>
              <a:buNone/>
            </a:pPr>
            <a:r>
              <a:rPr lang="fr-FR" sz="3400" b="0" u="none" strike="noStrike">
                <a:solidFill>
                  <a:schemeClr val="dk1"/>
                </a:solidFill>
                <a:effectLst/>
                <a:uFillTx/>
                <a:latin typeface="Golos Text"/>
                <a:ea typeface="Golos Text"/>
              </a:rPr>
              <a:t>xx%</a:t>
            </a:r>
            <a:endParaRPr lang="fr-FR" sz="3400" b="0" u="none" strike="noStrike">
              <a:solidFill>
                <a:schemeClr val="dk1"/>
              </a:solidFill>
              <a:effectLst/>
              <a:uFillTx/>
              <a:latin typeface="Arial"/>
            </a:endParaRPr>
          </a:p>
        </p:txBody>
      </p:sp>
      <p:sp>
        <p:nvSpPr>
          <p:cNvPr id="16" name="PlaceHolder 4"/>
          <p:cNvSpPr>
            <a:spLocks noGrp="1"/>
          </p:cNvSpPr>
          <p:nvPr>
            <p:ph type="title"/>
          </p:nvPr>
        </p:nvSpPr>
        <p:spPr>
          <a:xfrm>
            <a:off x="5033880" y="1483560"/>
            <a:ext cx="875880" cy="1152720"/>
          </a:xfrm>
          <a:prstGeom prst="rect">
            <a:avLst/>
          </a:prstGeom>
          <a:noFill/>
          <a:ln w="0">
            <a:noFill/>
          </a:ln>
        </p:spPr>
        <p:txBody>
          <a:bodyPr lIns="91440" tIns="91440" rIns="91440" bIns="91440" anchor="ctr">
            <a:noAutofit/>
          </a:bodyPr>
          <a:lstStyle/>
          <a:p>
            <a:pPr indent="0" algn="ctr">
              <a:lnSpc>
                <a:spcPct val="100000"/>
              </a:lnSpc>
              <a:buNone/>
            </a:pPr>
            <a:r>
              <a:rPr lang="fr-FR" sz="3400" b="0" u="none" strike="noStrike">
                <a:solidFill>
                  <a:schemeClr val="dk1"/>
                </a:solidFill>
                <a:effectLst/>
                <a:uFillTx/>
                <a:latin typeface="Golos Text"/>
                <a:ea typeface="Golos Text"/>
              </a:rPr>
              <a:t>xx%</a:t>
            </a:r>
            <a:endParaRPr lang="fr-FR" sz="3400" b="0" u="none" strike="noStrike">
              <a:solidFill>
                <a:schemeClr val="dk1"/>
              </a:solidFill>
              <a:effectLst/>
              <a:uFillTx/>
              <a:latin typeface="Arial"/>
            </a:endParaRPr>
          </a:p>
        </p:txBody>
      </p:sp>
      <p:sp>
        <p:nvSpPr>
          <p:cNvPr id="17" name="PlaceHolder 5"/>
          <p:cNvSpPr>
            <a:spLocks noGrp="1"/>
          </p:cNvSpPr>
          <p:nvPr>
            <p:ph type="title"/>
          </p:nvPr>
        </p:nvSpPr>
        <p:spPr>
          <a:xfrm>
            <a:off x="5033880" y="3179880"/>
            <a:ext cx="875880" cy="1152720"/>
          </a:xfrm>
          <a:prstGeom prst="rect">
            <a:avLst/>
          </a:prstGeom>
          <a:noFill/>
          <a:ln w="0">
            <a:noFill/>
          </a:ln>
        </p:spPr>
        <p:txBody>
          <a:bodyPr lIns="91440" tIns="91440" rIns="91440" bIns="91440" anchor="ctr">
            <a:noAutofit/>
          </a:bodyPr>
          <a:lstStyle/>
          <a:p>
            <a:pPr indent="0" algn="ctr">
              <a:lnSpc>
                <a:spcPct val="100000"/>
              </a:lnSpc>
              <a:buNone/>
            </a:pPr>
            <a:r>
              <a:rPr lang="fr-FR" sz="3400" b="0" u="none" strike="noStrike">
                <a:solidFill>
                  <a:schemeClr val="dk1"/>
                </a:solidFill>
                <a:effectLst/>
                <a:uFillTx/>
                <a:latin typeface="Golos Text"/>
                <a:ea typeface="Golos Text"/>
              </a:rPr>
              <a:t>xx%</a:t>
            </a:r>
            <a:endParaRPr lang="fr-FR" sz="3400" b="0" u="none" strike="noStrike">
              <a:solidFill>
                <a:schemeClr val="dk1"/>
              </a:solidFill>
              <a:effectLst/>
              <a:uFillTx/>
              <a:latin typeface="Arial"/>
            </a:endParaRPr>
          </a:p>
        </p:txBody>
      </p:sp>
      <p:cxnSp>
        <p:nvCxnSpPr>
          <p:cNvPr id="18" name="Google Shape;91;p13"/>
          <p:cNvCxnSpPr/>
          <p:nvPr/>
        </p:nvCxnSpPr>
        <p:spPr>
          <a:xfrm flipV="1">
            <a:off x="9001800" y="0"/>
            <a:ext cx="360" cy="2652840"/>
          </a:xfrm>
          <a:prstGeom prst="straightConnector1">
            <a:avLst/>
          </a:prstGeom>
          <a:ln w="9525">
            <a:solidFill>
              <a:srgbClr val="0A0A0A"/>
            </a:solidFill>
            <a:round/>
          </a:ln>
        </p:spPr>
      </p:cxn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CUSTOM_1">
    <p:bg>
      <p:bgPr>
        <a:solidFill>
          <a:schemeClr val="lt1"/>
        </a:solidFill>
        <a:effectLst/>
      </p:bgPr>
    </p:bg>
    <p:spTree>
      <p:nvGrpSpPr>
        <p:cNvPr id="1" name=""/>
        <p:cNvGrpSpPr/>
        <p:nvPr/>
      </p:nvGrpSpPr>
      <p:grpSpPr>
        <a:xfrm>
          <a:off x="0" y="0"/>
          <a:ext cx="0" cy="0"/>
          <a:chOff x="0" y="0"/>
          <a:chExt cx="0" cy="0"/>
        </a:xfrm>
      </p:grpSpPr>
      <p:sp>
        <p:nvSpPr>
          <p:cNvPr id="19" name="PlaceHolder 1"/>
          <p:cNvSpPr>
            <a:spLocks noGrp="1"/>
          </p:cNvSpPr>
          <p:nvPr>
            <p:ph type="title"/>
          </p:nvPr>
        </p:nvSpPr>
        <p:spPr>
          <a:xfrm>
            <a:off x="783000" y="3920040"/>
            <a:ext cx="7577280" cy="553680"/>
          </a:xfrm>
          <a:prstGeom prst="rect">
            <a:avLst/>
          </a:prstGeom>
          <a:noFill/>
          <a:ln w="0">
            <a:noFill/>
          </a:ln>
        </p:spPr>
        <p:txBody>
          <a:bodyPr lIns="91440" tIns="91440" rIns="91440" bIns="91440" anchor="t">
            <a:noAutofit/>
          </a:bodyPr>
          <a:lstStyle/>
          <a:p>
            <a:pPr indent="0">
              <a:buNone/>
            </a:pPr>
            <a:r>
              <a:rPr lang="fr-FR" sz="2700" b="0" u="none" strike="noStrike">
                <a:solidFill>
                  <a:schemeClr val="dk1"/>
                </a:solidFill>
                <a:effectLst/>
                <a:uFillTx/>
                <a:latin typeface="Arial"/>
              </a:rPr>
              <a:t>Click to edit the title text format</a:t>
            </a:r>
          </a:p>
        </p:txBody>
      </p:sp>
      <p:cxnSp>
        <p:nvCxnSpPr>
          <p:cNvPr id="20" name="Google Shape;95;p14"/>
          <p:cNvCxnSpPr/>
          <p:nvPr/>
        </p:nvCxnSpPr>
        <p:spPr>
          <a:xfrm flipH="1">
            <a:off x="0" y="4875840"/>
            <a:ext cx="8257320" cy="360"/>
          </a:xfrm>
          <a:prstGeom prst="straightConnector1">
            <a:avLst/>
          </a:prstGeom>
          <a:ln w="9525">
            <a:solidFill>
              <a:srgbClr val="0A0A0A"/>
            </a:solidFill>
            <a:round/>
          </a:ln>
        </p:spPr>
      </p:cxn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CUSTOM_1_1">
    <p:bg>
      <p:bgPr>
        <a:solidFill>
          <a:schemeClr val="lt1"/>
        </a:solidFill>
        <a:effectLst/>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2053080" y="2036160"/>
            <a:ext cx="5578920" cy="1477080"/>
          </a:xfrm>
          <a:prstGeom prst="rect">
            <a:avLst/>
          </a:prstGeom>
          <a:noFill/>
          <a:ln w="0">
            <a:noFill/>
          </a:ln>
        </p:spPr>
        <p:txBody>
          <a:bodyPr lIns="91440" tIns="91440" rIns="91440" bIns="91440" anchor="t">
            <a:noAutofit/>
          </a:bodyPr>
          <a:lstStyle/>
          <a:p>
            <a:pPr indent="0">
              <a:buNone/>
            </a:pPr>
            <a:r>
              <a:rPr lang="fr-FR" sz="4200" b="0" u="none" strike="noStrike">
                <a:solidFill>
                  <a:schemeClr val="dk1"/>
                </a:solidFill>
                <a:effectLst/>
                <a:uFillTx/>
                <a:latin typeface="Arial"/>
              </a:rPr>
              <a:t>Click to edit the title text format</a:t>
            </a:r>
          </a:p>
        </p:txBody>
      </p:sp>
      <p:sp>
        <p:nvSpPr>
          <p:cNvPr id="22" name="PlaceHolder 2"/>
          <p:cNvSpPr>
            <a:spLocks noGrp="1"/>
          </p:cNvSpPr>
          <p:nvPr>
            <p:ph type="title"/>
          </p:nvPr>
        </p:nvSpPr>
        <p:spPr>
          <a:xfrm>
            <a:off x="6556320" y="1012680"/>
            <a:ext cx="1075680" cy="869760"/>
          </a:xfrm>
          <a:prstGeom prst="rect">
            <a:avLst/>
          </a:prstGeom>
          <a:noFill/>
          <a:ln w="0">
            <a:noFill/>
          </a:ln>
        </p:spPr>
        <p:txBody>
          <a:bodyPr lIns="91440" tIns="91440" rIns="91440" bIns="91440" anchor="ctr">
            <a:noAutofit/>
          </a:bodyPr>
          <a:lstStyle/>
          <a:p>
            <a:pPr indent="0" algn="r">
              <a:lnSpc>
                <a:spcPct val="100000"/>
              </a:lnSpc>
              <a:buNone/>
            </a:pPr>
            <a:r>
              <a:rPr lang="fr-FR" sz="4200" b="0" u="none" strike="noStrike">
                <a:solidFill>
                  <a:schemeClr val="dk1"/>
                </a:solidFill>
                <a:effectLst/>
                <a:uFillTx/>
                <a:latin typeface="Golos Text"/>
                <a:ea typeface="Golos Text"/>
              </a:rPr>
              <a:t>xx%</a:t>
            </a:r>
            <a:endParaRPr lang="fr-FR" sz="4200" b="0" u="none" strike="noStrike">
              <a:solidFill>
                <a:schemeClr val="dk1"/>
              </a:solidFill>
              <a:effectLst/>
              <a:uFillTx/>
              <a:latin typeface="Arial"/>
            </a:endParaRPr>
          </a:p>
        </p:txBody>
      </p:sp>
      <p:sp>
        <p:nvSpPr>
          <p:cNvPr id="23" name="Google Shape;100;p15"/>
          <p:cNvSpPr/>
          <p:nvPr/>
        </p:nvSpPr>
        <p:spPr>
          <a:xfrm flipH="1">
            <a:off x="0" y="0"/>
            <a:ext cx="852480" cy="5143320"/>
          </a:xfrm>
          <a:prstGeom prst="rect">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cxnSp>
        <p:nvCxnSpPr>
          <p:cNvPr id="24" name="Google Shape;101;p15"/>
          <p:cNvCxnSpPr/>
          <p:nvPr/>
        </p:nvCxnSpPr>
        <p:spPr>
          <a:xfrm flipH="1">
            <a:off x="0" y="4875840"/>
            <a:ext cx="4871160" cy="360"/>
          </a:xfrm>
          <a:prstGeom prst="straightConnector1">
            <a:avLst/>
          </a:prstGeom>
          <a:ln w="9525">
            <a:solidFill>
              <a:srgbClr val="0A0A0A"/>
            </a:solidFill>
            <a:round/>
          </a:ln>
        </p:spPr>
      </p:cxn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CUSTOM_2">
    <p:bg>
      <p:bgPr>
        <a:solidFill>
          <a:schemeClr val="lt1"/>
        </a:solidFill>
        <a:effectLst/>
      </p:bgPr>
    </p:bg>
    <p:spTree>
      <p:nvGrpSpPr>
        <p:cNvPr id="1" name=""/>
        <p:cNvGrpSpPr/>
        <p:nvPr/>
      </p:nvGrpSpPr>
      <p:grpSpPr>
        <a:xfrm>
          <a:off x="0" y="0"/>
          <a:ext cx="0" cy="0"/>
          <a:chOff x="0" y="0"/>
          <a:chExt cx="0" cy="0"/>
        </a:xfrm>
      </p:grpSpPr>
      <p:sp>
        <p:nvSpPr>
          <p:cNvPr id="25" name="PlaceHolder 1"/>
          <p:cNvSpPr>
            <a:spLocks noGrp="1"/>
          </p:cNvSpPr>
          <p:nvPr>
            <p:ph type="title"/>
          </p:nvPr>
        </p:nvSpPr>
        <p:spPr>
          <a:xfrm>
            <a:off x="713160" y="470520"/>
            <a:ext cx="7717320" cy="549720"/>
          </a:xfrm>
          <a:prstGeom prst="rect">
            <a:avLst/>
          </a:prstGeom>
          <a:noFill/>
          <a:ln w="0">
            <a:noFill/>
          </a:ln>
        </p:spPr>
        <p:txBody>
          <a:bodyPr lIns="91440" tIns="91440" rIns="91440" bIns="91440" anchor="t">
            <a:noAutofit/>
          </a:bodyPr>
          <a:lstStyle/>
          <a:p>
            <a:pPr indent="0">
              <a:buNone/>
            </a:pPr>
            <a:r>
              <a:rPr lang="fr-FR" sz="3100" b="0" u="none" strike="noStrike">
                <a:solidFill>
                  <a:schemeClr val="dk1"/>
                </a:solidFill>
                <a:effectLst/>
                <a:uFillTx/>
                <a:latin typeface="Arial"/>
              </a:rPr>
              <a:t>Click to edit the title text format</a:t>
            </a:r>
          </a:p>
        </p:txBody>
      </p:sp>
      <p:sp>
        <p:nvSpPr>
          <p:cNvPr id="26" name="PlaceHolder 2"/>
          <p:cNvSpPr>
            <a:spLocks noGrp="1"/>
          </p:cNvSpPr>
          <p:nvPr>
            <p:ph type="title"/>
          </p:nvPr>
        </p:nvSpPr>
        <p:spPr>
          <a:xfrm>
            <a:off x="713160" y="1575000"/>
            <a:ext cx="2400120" cy="799920"/>
          </a:xfrm>
          <a:prstGeom prst="rect">
            <a:avLst/>
          </a:prstGeom>
          <a:noFill/>
          <a:ln w="0">
            <a:noFill/>
          </a:ln>
        </p:spPr>
        <p:txBody>
          <a:bodyPr lIns="91440" tIns="91440" rIns="91440" bIns="91440" anchor="b">
            <a:noAutofit/>
          </a:bodyPr>
          <a:lstStyle/>
          <a:p>
            <a:pPr indent="0" algn="ctr">
              <a:lnSpc>
                <a:spcPct val="100000"/>
              </a:lnSpc>
              <a:buNone/>
            </a:pPr>
            <a:r>
              <a:rPr lang="fr-FR" sz="4000" b="0" u="none" strike="noStrike">
                <a:solidFill>
                  <a:schemeClr val="dk1"/>
                </a:solidFill>
                <a:effectLst/>
                <a:uFillTx/>
                <a:latin typeface="Golos Text"/>
                <a:ea typeface="Golos Text"/>
              </a:rPr>
              <a:t>xx%</a:t>
            </a:r>
            <a:endParaRPr lang="fr-FR" sz="4000" b="0" u="none" strike="noStrike">
              <a:solidFill>
                <a:schemeClr val="dk1"/>
              </a:solidFill>
              <a:effectLst/>
              <a:uFillTx/>
              <a:latin typeface="Arial"/>
            </a:endParaRPr>
          </a:p>
        </p:txBody>
      </p:sp>
      <p:sp>
        <p:nvSpPr>
          <p:cNvPr id="27" name="PlaceHolder 3"/>
          <p:cNvSpPr>
            <a:spLocks noGrp="1"/>
          </p:cNvSpPr>
          <p:nvPr>
            <p:ph type="title"/>
          </p:nvPr>
        </p:nvSpPr>
        <p:spPr>
          <a:xfrm>
            <a:off x="6030360" y="1575000"/>
            <a:ext cx="2400120" cy="799920"/>
          </a:xfrm>
          <a:prstGeom prst="rect">
            <a:avLst/>
          </a:prstGeom>
          <a:noFill/>
          <a:ln w="0">
            <a:noFill/>
          </a:ln>
        </p:spPr>
        <p:txBody>
          <a:bodyPr lIns="91440" tIns="91440" rIns="91440" bIns="91440" anchor="b">
            <a:noAutofit/>
          </a:bodyPr>
          <a:lstStyle/>
          <a:p>
            <a:pPr indent="0" algn="ctr">
              <a:lnSpc>
                <a:spcPct val="100000"/>
              </a:lnSpc>
              <a:buNone/>
            </a:pPr>
            <a:r>
              <a:rPr lang="fr-FR" sz="4000" b="0" u="none" strike="noStrike">
                <a:solidFill>
                  <a:schemeClr val="dk1"/>
                </a:solidFill>
                <a:effectLst/>
                <a:uFillTx/>
                <a:latin typeface="Golos Text"/>
                <a:ea typeface="Golos Text"/>
              </a:rPr>
              <a:t>xx%</a:t>
            </a:r>
            <a:endParaRPr lang="fr-FR" sz="4000" b="0" u="none" strike="noStrike">
              <a:solidFill>
                <a:schemeClr val="dk1"/>
              </a:solidFill>
              <a:effectLst/>
              <a:uFillTx/>
              <a:latin typeface="Arial"/>
            </a:endParaRPr>
          </a:p>
        </p:txBody>
      </p:sp>
      <p:sp>
        <p:nvSpPr>
          <p:cNvPr id="28" name="PlaceHolder 4"/>
          <p:cNvSpPr>
            <a:spLocks noGrp="1"/>
          </p:cNvSpPr>
          <p:nvPr>
            <p:ph type="title"/>
          </p:nvPr>
        </p:nvSpPr>
        <p:spPr>
          <a:xfrm>
            <a:off x="3371760" y="1575000"/>
            <a:ext cx="2400120" cy="799920"/>
          </a:xfrm>
          <a:prstGeom prst="rect">
            <a:avLst/>
          </a:prstGeom>
          <a:noFill/>
          <a:ln w="0">
            <a:noFill/>
          </a:ln>
        </p:spPr>
        <p:txBody>
          <a:bodyPr lIns="91440" tIns="91440" rIns="91440" bIns="91440" anchor="b">
            <a:noAutofit/>
          </a:bodyPr>
          <a:lstStyle/>
          <a:p>
            <a:pPr indent="0" algn="ctr">
              <a:lnSpc>
                <a:spcPct val="100000"/>
              </a:lnSpc>
              <a:buNone/>
            </a:pPr>
            <a:r>
              <a:rPr lang="fr-FR" sz="4000" b="0" u="none" strike="noStrike">
                <a:solidFill>
                  <a:schemeClr val="dk1"/>
                </a:solidFill>
                <a:effectLst/>
                <a:uFillTx/>
                <a:latin typeface="Golos Text"/>
                <a:ea typeface="Golos Text"/>
              </a:rPr>
              <a:t>xx%</a:t>
            </a:r>
            <a:endParaRPr lang="fr-FR" sz="4000" b="0" u="none" strike="noStrike">
              <a:solidFill>
                <a:schemeClr val="dk1"/>
              </a:solidFill>
              <a:effectLst/>
              <a:uFillTx/>
              <a:latin typeface="Arial"/>
            </a:endParaRPr>
          </a:p>
        </p:txBody>
      </p:sp>
      <p:cxnSp>
        <p:nvCxnSpPr>
          <p:cNvPr id="29" name="Google Shape;113;p16"/>
          <p:cNvCxnSpPr/>
          <p:nvPr/>
        </p:nvCxnSpPr>
        <p:spPr>
          <a:xfrm flipH="1">
            <a:off x="5035680" y="4797360"/>
            <a:ext cx="4108680" cy="360"/>
          </a:xfrm>
          <a:prstGeom prst="straightConnector1">
            <a:avLst/>
          </a:prstGeom>
          <a:ln w="9525">
            <a:solidFill>
              <a:srgbClr val="0A0A0A"/>
            </a:solidFill>
            <a:round/>
          </a:ln>
        </p:spPr>
      </p:cxn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CUSTOM_2_1_1">
    <p:bg>
      <p:bgPr>
        <a:solidFill>
          <a:schemeClr val="lt1"/>
        </a:solidFill>
        <a:effectLst/>
      </p:bgPr>
    </p:bg>
    <p:spTree>
      <p:nvGrpSpPr>
        <p:cNvPr id="1" name=""/>
        <p:cNvGrpSpPr/>
        <p:nvPr/>
      </p:nvGrpSpPr>
      <p:grpSpPr>
        <a:xfrm>
          <a:off x="0" y="0"/>
          <a:ext cx="0" cy="0"/>
          <a:chOff x="0" y="0"/>
          <a:chExt cx="0" cy="0"/>
        </a:xfrm>
      </p:grpSpPr>
      <p:sp>
        <p:nvSpPr>
          <p:cNvPr id="36" name="PlaceHolder 1"/>
          <p:cNvSpPr>
            <a:spLocks noGrp="1"/>
          </p:cNvSpPr>
          <p:nvPr>
            <p:ph type="title"/>
          </p:nvPr>
        </p:nvSpPr>
        <p:spPr>
          <a:xfrm>
            <a:off x="713160" y="470520"/>
            <a:ext cx="7717320" cy="549720"/>
          </a:xfrm>
          <a:prstGeom prst="rect">
            <a:avLst/>
          </a:prstGeom>
          <a:noFill/>
          <a:ln w="0">
            <a:noFill/>
          </a:ln>
        </p:spPr>
        <p:txBody>
          <a:bodyPr lIns="91440" tIns="91440" rIns="91440" bIns="91440" anchor="t">
            <a:noAutofit/>
          </a:bodyPr>
          <a:lstStyle/>
          <a:p>
            <a:pPr indent="0">
              <a:buNone/>
            </a:pPr>
            <a:r>
              <a:rPr lang="fr-FR" sz="3100" b="0" u="none" strike="noStrike">
                <a:solidFill>
                  <a:schemeClr val="dk1"/>
                </a:solidFill>
                <a:effectLst/>
                <a:uFillTx/>
                <a:latin typeface="Arial"/>
              </a:rPr>
              <a:t>Click to edit the title text format</a:t>
            </a:r>
          </a:p>
        </p:txBody>
      </p:sp>
      <p:grpSp>
        <p:nvGrpSpPr>
          <p:cNvPr id="37" name="Google Shape;126;p18"/>
          <p:cNvGrpSpPr/>
          <p:nvPr/>
        </p:nvGrpSpPr>
        <p:grpSpPr>
          <a:xfrm>
            <a:off x="-360" y="4876200"/>
            <a:ext cx="9143640" cy="267120"/>
            <a:chOff x="-360" y="4876200"/>
            <a:chExt cx="9143640" cy="267120"/>
          </a:xfrm>
        </p:grpSpPr>
        <p:sp>
          <p:nvSpPr>
            <p:cNvPr id="38" name="Google Shape;127;p18"/>
            <p:cNvSpPr/>
            <p:nvPr/>
          </p:nvSpPr>
          <p:spPr>
            <a:xfrm flipH="1">
              <a:off x="-720" y="4876200"/>
              <a:ext cx="9143640" cy="267120"/>
            </a:xfrm>
            <a:prstGeom prst="rect">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cxnSp>
          <p:nvCxnSpPr>
            <p:cNvPr id="39" name="Google Shape;128;p18"/>
            <p:cNvCxnSpPr/>
            <p:nvPr/>
          </p:nvCxnSpPr>
          <p:spPr>
            <a:xfrm flipH="1">
              <a:off x="0" y="5009760"/>
              <a:ext cx="4572360" cy="360"/>
            </a:xfrm>
            <a:prstGeom prst="straightConnector1">
              <a:avLst/>
            </a:prstGeom>
            <a:ln w="9525">
              <a:solidFill>
                <a:srgbClr val="0A0A0A"/>
              </a:solidFill>
              <a:round/>
            </a:ln>
          </p:spPr>
        </p:cxn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CUSTOM_2_1_1_2">
    <p:bg>
      <p:bgPr>
        <a:solidFill>
          <a:schemeClr val="lt1"/>
        </a:solidFill>
        <a:effectLst/>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713160" y="470520"/>
            <a:ext cx="7717320" cy="549720"/>
          </a:xfrm>
          <a:prstGeom prst="rect">
            <a:avLst/>
          </a:prstGeom>
          <a:noFill/>
          <a:ln w="0">
            <a:noFill/>
          </a:ln>
        </p:spPr>
        <p:txBody>
          <a:bodyPr lIns="91440" tIns="91440" rIns="91440" bIns="91440" anchor="t">
            <a:noAutofit/>
          </a:bodyPr>
          <a:lstStyle/>
          <a:p>
            <a:pPr indent="0">
              <a:buNone/>
            </a:pPr>
            <a:r>
              <a:rPr lang="fr-FR" sz="3100" b="0" u="none" strike="noStrike">
                <a:solidFill>
                  <a:schemeClr val="dk1"/>
                </a:solidFill>
                <a:effectLst/>
                <a:uFillTx/>
                <a:latin typeface="Arial"/>
              </a:rPr>
              <a:t>Click to edit the title text format</a:t>
            </a:r>
          </a:p>
        </p:txBody>
      </p:sp>
      <p:cxnSp>
        <p:nvCxnSpPr>
          <p:cNvPr id="41" name="Google Shape;131;p19"/>
          <p:cNvCxnSpPr/>
          <p:nvPr/>
        </p:nvCxnSpPr>
        <p:spPr>
          <a:xfrm>
            <a:off x="0" y="262080"/>
            <a:ext cx="2286360" cy="360"/>
          </a:xfrm>
          <a:prstGeom prst="straightConnector1">
            <a:avLst/>
          </a:prstGeom>
          <a:ln w="9525">
            <a:solidFill>
              <a:srgbClr val="0A0A0A"/>
            </a:solidFill>
            <a:round/>
          </a:ln>
        </p:spPr>
      </p:cxn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SECTION_HEADER">
    <p:bg>
      <p:bgPr>
        <a:solidFill>
          <a:schemeClr val="lt1"/>
        </a:solidFill>
        <a:effectLst/>
      </p:bgPr>
    </p:bg>
    <p:spTree>
      <p:nvGrpSpPr>
        <p:cNvPr id="1" name=""/>
        <p:cNvGrpSpPr/>
        <p:nvPr/>
      </p:nvGrpSpPr>
      <p:grpSpPr>
        <a:xfrm>
          <a:off x="0" y="0"/>
          <a:ext cx="0" cy="0"/>
          <a:chOff x="0" y="0"/>
          <a:chExt cx="0" cy="0"/>
        </a:xfrm>
      </p:grpSpPr>
      <p:sp>
        <p:nvSpPr>
          <p:cNvPr id="50" name="PlaceHolder 1"/>
          <p:cNvSpPr>
            <a:spLocks noGrp="1"/>
          </p:cNvSpPr>
          <p:nvPr>
            <p:ph type="title"/>
          </p:nvPr>
        </p:nvSpPr>
        <p:spPr>
          <a:xfrm>
            <a:off x="1512000" y="2036160"/>
            <a:ext cx="4944600" cy="1477080"/>
          </a:xfrm>
          <a:prstGeom prst="rect">
            <a:avLst/>
          </a:prstGeom>
          <a:noFill/>
          <a:ln w="0">
            <a:noFill/>
          </a:ln>
        </p:spPr>
        <p:txBody>
          <a:bodyPr lIns="91440" tIns="91440" rIns="91440" bIns="91440" anchor="t">
            <a:noAutofit/>
          </a:bodyPr>
          <a:lstStyle/>
          <a:p>
            <a:pPr indent="0">
              <a:buNone/>
            </a:pPr>
            <a:r>
              <a:rPr lang="fr-FR" sz="4200" b="0" u="none" strike="noStrike">
                <a:solidFill>
                  <a:schemeClr val="dk1"/>
                </a:solidFill>
                <a:effectLst/>
                <a:uFillTx/>
                <a:latin typeface="Arial"/>
              </a:rPr>
              <a:t>Click to edit the title text format</a:t>
            </a:r>
          </a:p>
        </p:txBody>
      </p:sp>
      <p:sp>
        <p:nvSpPr>
          <p:cNvPr id="51" name="PlaceHolder 2"/>
          <p:cNvSpPr>
            <a:spLocks noGrp="1"/>
          </p:cNvSpPr>
          <p:nvPr>
            <p:ph type="title"/>
          </p:nvPr>
        </p:nvSpPr>
        <p:spPr>
          <a:xfrm>
            <a:off x="1512000" y="1012680"/>
            <a:ext cx="1075680" cy="869760"/>
          </a:xfrm>
          <a:prstGeom prst="rect">
            <a:avLst/>
          </a:prstGeom>
          <a:noFill/>
          <a:ln w="0">
            <a:noFill/>
          </a:ln>
        </p:spPr>
        <p:txBody>
          <a:bodyPr lIns="91440" tIns="91440" rIns="91440" bIns="91440" anchor="ctr">
            <a:noAutofit/>
          </a:bodyPr>
          <a:lstStyle/>
          <a:p>
            <a:pPr indent="0">
              <a:lnSpc>
                <a:spcPct val="100000"/>
              </a:lnSpc>
              <a:buNone/>
            </a:pPr>
            <a:r>
              <a:rPr lang="fr-FR" sz="4200" b="0" u="none" strike="noStrike">
                <a:solidFill>
                  <a:schemeClr val="dk1"/>
                </a:solidFill>
                <a:effectLst/>
                <a:uFillTx/>
                <a:latin typeface="Golos Text"/>
                <a:ea typeface="Golos Text"/>
              </a:rPr>
              <a:t>xx%</a:t>
            </a:r>
            <a:endParaRPr lang="fr-FR" sz="4200" b="0" u="none" strike="noStrike">
              <a:solidFill>
                <a:schemeClr val="dk1"/>
              </a:solidFill>
              <a:effectLst/>
              <a:uFillTx/>
              <a:latin typeface="Arial"/>
            </a:endParaRPr>
          </a:p>
        </p:txBody>
      </p:sp>
      <p:sp>
        <p:nvSpPr>
          <p:cNvPr id="52" name="Google Shape;20;p3"/>
          <p:cNvSpPr/>
          <p:nvPr/>
        </p:nvSpPr>
        <p:spPr>
          <a:xfrm>
            <a:off x="8291160" y="0"/>
            <a:ext cx="852480" cy="5143320"/>
          </a:xfrm>
          <a:prstGeom prst="rect">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cxnSp>
        <p:nvCxnSpPr>
          <p:cNvPr id="53" name="Google Shape;21;p3"/>
          <p:cNvCxnSpPr/>
          <p:nvPr/>
        </p:nvCxnSpPr>
        <p:spPr>
          <a:xfrm>
            <a:off x="4273200" y="4875840"/>
            <a:ext cx="4871160" cy="360"/>
          </a:xfrm>
          <a:prstGeom prst="straightConnector1">
            <a:avLst/>
          </a:prstGeom>
          <a:ln w="9525">
            <a:solidFill>
              <a:srgbClr val="0A0A0A"/>
            </a:solidFill>
            <a:round/>
          </a:ln>
        </p:spPr>
      </p:cxn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CUSTOM_2_1_1_1_1_1_1_1">
    <p:bg>
      <p:bgPr>
        <a:solidFill>
          <a:schemeClr val="lt1"/>
        </a:solidFill>
        <a:effectLst/>
      </p:bgPr>
    </p:bg>
    <p:spTree>
      <p:nvGrpSpPr>
        <p:cNvPr id="1" name=""/>
        <p:cNvGrpSpPr/>
        <p:nvPr/>
      </p:nvGrpSpPr>
      <p:grpSpPr>
        <a:xfrm>
          <a:off x="0" y="0"/>
          <a:ext cx="0" cy="0"/>
          <a:chOff x="0" y="0"/>
          <a:chExt cx="0" cy="0"/>
        </a:xfrm>
      </p:grpSpPr>
      <p:sp>
        <p:nvSpPr>
          <p:cNvPr id="72" name="PlaceHolder 1"/>
          <p:cNvSpPr>
            <a:spLocks noGrp="1"/>
          </p:cNvSpPr>
          <p:nvPr>
            <p:ph type="title"/>
          </p:nvPr>
        </p:nvSpPr>
        <p:spPr>
          <a:xfrm>
            <a:off x="4746960" y="1023480"/>
            <a:ext cx="2629800" cy="1521360"/>
          </a:xfrm>
          <a:prstGeom prst="rect">
            <a:avLst/>
          </a:prstGeom>
          <a:noFill/>
          <a:ln w="0">
            <a:noFill/>
          </a:ln>
        </p:spPr>
        <p:txBody>
          <a:bodyPr lIns="91440" tIns="91440" rIns="91440" bIns="91440" anchor="b">
            <a:noAutofit/>
          </a:bodyPr>
          <a:lstStyle/>
          <a:p>
            <a:pPr indent="0">
              <a:buNone/>
            </a:pPr>
            <a:r>
              <a:rPr lang="fr-FR" sz="3100" b="0" u="none" strike="noStrike">
                <a:solidFill>
                  <a:schemeClr val="dk1"/>
                </a:solidFill>
                <a:effectLst/>
                <a:uFillTx/>
                <a:latin typeface="Arial"/>
              </a:rPr>
              <a:t>Click to edit the title text format</a:t>
            </a:r>
          </a:p>
        </p:txBody>
      </p:sp>
      <p:grpSp>
        <p:nvGrpSpPr>
          <p:cNvPr id="73" name="Google Shape;167;p24"/>
          <p:cNvGrpSpPr/>
          <p:nvPr/>
        </p:nvGrpSpPr>
        <p:grpSpPr>
          <a:xfrm>
            <a:off x="0" y="0"/>
            <a:ext cx="9143640" cy="5143320"/>
            <a:chOff x="0" y="0"/>
            <a:chExt cx="9143640" cy="5143320"/>
          </a:xfrm>
        </p:grpSpPr>
        <p:grpSp>
          <p:nvGrpSpPr>
            <p:cNvPr id="74" name="Google Shape;168;p24"/>
            <p:cNvGrpSpPr/>
            <p:nvPr/>
          </p:nvGrpSpPr>
          <p:grpSpPr>
            <a:xfrm>
              <a:off x="0" y="0"/>
              <a:ext cx="9143640" cy="5143320"/>
              <a:chOff x="0" y="0"/>
              <a:chExt cx="9143640" cy="5143320"/>
            </a:xfrm>
          </p:grpSpPr>
          <p:sp>
            <p:nvSpPr>
              <p:cNvPr id="75" name="Google Shape;169;p24"/>
              <p:cNvSpPr/>
              <p:nvPr/>
            </p:nvSpPr>
            <p:spPr>
              <a:xfrm flipH="1">
                <a:off x="0" y="4608720"/>
                <a:ext cx="4957920" cy="528840"/>
              </a:xfrm>
              <a:prstGeom prst="rect">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6" name="Google Shape;170;p24"/>
              <p:cNvSpPr/>
              <p:nvPr/>
            </p:nvSpPr>
            <p:spPr>
              <a:xfrm flipH="1">
                <a:off x="8291160" y="0"/>
                <a:ext cx="852480" cy="5143320"/>
              </a:xfrm>
              <a:prstGeom prst="rect">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77" name="Google Shape;171;p24"/>
            <p:cNvGrpSpPr/>
            <p:nvPr/>
          </p:nvGrpSpPr>
          <p:grpSpPr>
            <a:xfrm>
              <a:off x="713160" y="539280"/>
              <a:ext cx="8430480" cy="4604040"/>
              <a:chOff x="713160" y="539280"/>
              <a:chExt cx="8430480" cy="4604040"/>
            </a:xfrm>
          </p:grpSpPr>
          <p:cxnSp>
            <p:nvCxnSpPr>
              <p:cNvPr id="78" name="Google Shape;172;p24"/>
              <p:cNvCxnSpPr/>
              <p:nvPr/>
            </p:nvCxnSpPr>
            <p:spPr>
              <a:xfrm flipV="1">
                <a:off x="713160" y="804960"/>
                <a:ext cx="360" cy="4338720"/>
              </a:xfrm>
              <a:prstGeom prst="straightConnector1">
                <a:avLst/>
              </a:prstGeom>
              <a:ln w="9525">
                <a:solidFill>
                  <a:srgbClr val="0A0A0A"/>
                </a:solidFill>
                <a:round/>
              </a:ln>
            </p:spPr>
          </p:cxnSp>
          <p:cxnSp>
            <p:nvCxnSpPr>
              <p:cNvPr id="79" name="Google Shape;173;p24"/>
              <p:cNvCxnSpPr/>
              <p:nvPr/>
            </p:nvCxnSpPr>
            <p:spPr>
              <a:xfrm>
                <a:off x="4807080" y="539280"/>
                <a:ext cx="4336920" cy="360"/>
              </a:xfrm>
              <a:prstGeom prst="straightConnector1">
                <a:avLst/>
              </a:prstGeom>
              <a:ln w="9525">
                <a:solidFill>
                  <a:srgbClr val="0A0A0A"/>
                </a:solidFill>
                <a:round/>
              </a:ln>
            </p:spPr>
          </p:cxnSp>
        </p:gr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CUSTOM_4">
    <p:bg>
      <p:bgPr>
        <a:solidFill>
          <a:schemeClr val="lt1"/>
        </a:solidFill>
        <a:effectLst/>
      </p:bgPr>
    </p:bg>
    <p:spTree>
      <p:nvGrpSpPr>
        <p:cNvPr id="1" name=""/>
        <p:cNvGrpSpPr/>
        <p:nvPr/>
      </p:nvGrpSpPr>
      <p:grpSpPr>
        <a:xfrm>
          <a:off x="0" y="0"/>
          <a:ext cx="0" cy="0"/>
          <a:chOff x="0" y="0"/>
          <a:chExt cx="0" cy="0"/>
        </a:xfrm>
      </p:grpSpPr>
      <p:sp>
        <p:nvSpPr>
          <p:cNvPr id="92" name="PlaceHolder 1"/>
          <p:cNvSpPr>
            <a:spLocks noGrp="1"/>
          </p:cNvSpPr>
          <p:nvPr>
            <p:ph type="title"/>
          </p:nvPr>
        </p:nvSpPr>
        <p:spPr>
          <a:xfrm>
            <a:off x="713160" y="470520"/>
            <a:ext cx="7717320" cy="549720"/>
          </a:xfrm>
          <a:prstGeom prst="rect">
            <a:avLst/>
          </a:prstGeom>
          <a:noFill/>
          <a:ln w="0">
            <a:noFill/>
          </a:ln>
        </p:spPr>
        <p:txBody>
          <a:bodyPr lIns="91440" tIns="91440" rIns="91440" bIns="91440" anchor="t">
            <a:noAutofit/>
          </a:bodyPr>
          <a:lstStyle/>
          <a:p>
            <a:pPr indent="0">
              <a:buNone/>
            </a:pPr>
            <a:r>
              <a:rPr lang="fr-FR" sz="3100" b="0" u="none" strike="noStrike">
                <a:solidFill>
                  <a:schemeClr val="dk1"/>
                </a:solidFill>
                <a:effectLst/>
                <a:uFillTx/>
                <a:latin typeface="Arial"/>
              </a:rPr>
              <a:t>Click to edit the title text format</a:t>
            </a: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CUSTOM_6">
    <p:bg>
      <p:bgPr>
        <a:solidFill>
          <a:schemeClr val="lt1"/>
        </a:solidFill>
        <a:effectLst/>
      </p:bgPr>
    </p:bg>
    <p:spTree>
      <p:nvGrpSpPr>
        <p:cNvPr id="1" name=""/>
        <p:cNvGrpSpPr/>
        <p:nvPr/>
      </p:nvGrpSpPr>
      <p:grpSpPr>
        <a:xfrm>
          <a:off x="0" y="0"/>
          <a:ext cx="0" cy="0"/>
          <a:chOff x="0" y="0"/>
          <a:chExt cx="0" cy="0"/>
        </a:xfrm>
      </p:grpSpPr>
      <p:sp>
        <p:nvSpPr>
          <p:cNvPr id="98" name="PlaceHolder 1"/>
          <p:cNvSpPr>
            <a:spLocks noGrp="1"/>
          </p:cNvSpPr>
          <p:nvPr>
            <p:ph type="title"/>
          </p:nvPr>
        </p:nvSpPr>
        <p:spPr>
          <a:xfrm>
            <a:off x="713160" y="470520"/>
            <a:ext cx="7717320" cy="549720"/>
          </a:xfrm>
          <a:prstGeom prst="rect">
            <a:avLst/>
          </a:prstGeom>
          <a:noFill/>
          <a:ln w="0">
            <a:noFill/>
          </a:ln>
        </p:spPr>
        <p:txBody>
          <a:bodyPr lIns="91440" tIns="91440" rIns="91440" bIns="91440" anchor="t">
            <a:noAutofit/>
          </a:bodyPr>
          <a:lstStyle/>
          <a:p>
            <a:pPr indent="0">
              <a:buNone/>
            </a:pPr>
            <a:r>
              <a:rPr lang="fr-FR" sz="3100" b="0" u="none" strike="noStrike">
                <a:solidFill>
                  <a:schemeClr val="dk1"/>
                </a:solidFill>
                <a:effectLst/>
                <a:uFillTx/>
                <a:latin typeface="Arial"/>
              </a:rPr>
              <a:t>Click to edit the title text format</a:t>
            </a:r>
          </a:p>
        </p:txBody>
      </p:sp>
      <p:sp>
        <p:nvSpPr>
          <p:cNvPr id="99" name="Google Shape;221;p29"/>
          <p:cNvSpPr/>
          <p:nvPr/>
        </p:nvSpPr>
        <p:spPr>
          <a:xfrm flipH="1">
            <a:off x="8859600" y="0"/>
            <a:ext cx="283320" cy="5143320"/>
          </a:xfrm>
          <a:prstGeom prst="rect">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cxnSp>
        <p:nvCxnSpPr>
          <p:cNvPr id="100" name="Google Shape;222;p29"/>
          <p:cNvCxnSpPr/>
          <p:nvPr/>
        </p:nvCxnSpPr>
        <p:spPr>
          <a:xfrm flipV="1">
            <a:off x="9001800" y="0"/>
            <a:ext cx="360" cy="3958560"/>
          </a:xfrm>
          <a:prstGeom prst="straightConnector1">
            <a:avLst/>
          </a:prstGeom>
          <a:ln w="9525">
            <a:solidFill>
              <a:srgbClr val="0A0A0A"/>
            </a:solidFill>
            <a:round/>
          </a:ln>
        </p:spPr>
      </p:cxn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CUSTOM_9">
    <p:bg>
      <p:bgPr>
        <a:solidFill>
          <a:schemeClr val="lt1"/>
        </a:solidFill>
        <a:effectLst/>
      </p:bgPr>
    </p:bg>
    <p:spTree>
      <p:nvGrpSpPr>
        <p:cNvPr id="1" name=""/>
        <p:cNvGrpSpPr/>
        <p:nvPr/>
      </p:nvGrpSpPr>
      <p:grpSpPr>
        <a:xfrm>
          <a:off x="0" y="0"/>
          <a:ext cx="0" cy="0"/>
          <a:chOff x="0" y="0"/>
          <a:chExt cx="0" cy="0"/>
        </a:xfrm>
      </p:grpSpPr>
      <p:cxnSp>
        <p:nvCxnSpPr>
          <p:cNvPr id="121" name="Google Shape;266;p33"/>
          <p:cNvCxnSpPr/>
          <p:nvPr/>
        </p:nvCxnSpPr>
        <p:spPr>
          <a:xfrm flipV="1">
            <a:off x="9001800" y="0"/>
            <a:ext cx="360" cy="2652840"/>
          </a:xfrm>
          <a:prstGeom prst="straightConnector1">
            <a:avLst/>
          </a:prstGeom>
          <a:ln w="9525">
            <a:solidFill>
              <a:srgbClr val="0A0A0A"/>
            </a:solidFill>
            <a:round/>
          </a:ln>
        </p:spPr>
      </p:cxnSp>
      <p:sp>
        <p:nvSpPr>
          <p:cNvPr id="122" name="Google Shape;267;p33"/>
          <p:cNvSpPr/>
          <p:nvPr/>
        </p:nvSpPr>
        <p:spPr>
          <a:xfrm>
            <a:off x="8291160" y="0"/>
            <a:ext cx="852480" cy="5143320"/>
          </a:xfrm>
          <a:prstGeom prst="rect">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cxnSp>
        <p:nvCxnSpPr>
          <p:cNvPr id="123" name="Google Shape;268;p33"/>
          <p:cNvCxnSpPr/>
          <p:nvPr/>
        </p:nvCxnSpPr>
        <p:spPr>
          <a:xfrm>
            <a:off x="4273200" y="4875840"/>
            <a:ext cx="4871160" cy="360"/>
          </a:xfrm>
          <a:prstGeom prst="straightConnector1">
            <a:avLst/>
          </a:prstGeom>
          <a:ln w="9525">
            <a:solidFill>
              <a:srgbClr val="0A0A0A"/>
            </a:solidFill>
            <a:round/>
          </a:ln>
        </p:spPr>
      </p:cxnSp>
      <p:cxnSp>
        <p:nvCxnSpPr>
          <p:cNvPr id="124" name="Google Shape;269;p33"/>
          <p:cNvCxnSpPr/>
          <p:nvPr/>
        </p:nvCxnSpPr>
        <p:spPr>
          <a:xfrm flipV="1">
            <a:off x="711000" y="0"/>
            <a:ext cx="360" cy="4131360"/>
          </a:xfrm>
          <a:prstGeom prst="straightConnector1">
            <a:avLst/>
          </a:prstGeom>
          <a:ln w="9525">
            <a:solidFill>
              <a:srgbClr val="0A0A0A"/>
            </a:solidFill>
            <a:round/>
          </a:ln>
        </p:spPr>
      </p:cxn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Obj" preserve="1">
  <p:cSld name="TITLE_AND_TWO_COLUMNS">
    <p:bg>
      <p:bgPr>
        <a:solidFill>
          <a:schemeClr val="lt1"/>
        </a:solidFill>
        <a:effectLst/>
      </p:bgPr>
    </p:bg>
    <p:spTree>
      <p:nvGrpSpPr>
        <p:cNvPr id="1" name=""/>
        <p:cNvGrpSpPr/>
        <p:nvPr/>
      </p:nvGrpSpPr>
      <p:grpSpPr>
        <a:xfrm>
          <a:off x="0" y="0"/>
          <a:ext cx="0" cy="0"/>
          <a:chOff x="0" y="0"/>
          <a:chExt cx="0" cy="0"/>
        </a:xfrm>
      </p:grpSpPr>
      <p:sp>
        <p:nvSpPr>
          <p:cNvPr id="129" name="PlaceHolder 1"/>
          <p:cNvSpPr>
            <a:spLocks noGrp="1"/>
          </p:cNvSpPr>
          <p:nvPr>
            <p:ph type="title"/>
          </p:nvPr>
        </p:nvSpPr>
        <p:spPr>
          <a:xfrm>
            <a:off x="713160" y="470520"/>
            <a:ext cx="7717320" cy="549720"/>
          </a:xfrm>
          <a:prstGeom prst="rect">
            <a:avLst/>
          </a:prstGeom>
          <a:noFill/>
          <a:ln w="0">
            <a:noFill/>
          </a:ln>
        </p:spPr>
        <p:txBody>
          <a:bodyPr lIns="91440" tIns="91440" rIns="91440" bIns="91440" anchor="t">
            <a:noAutofit/>
          </a:bodyPr>
          <a:lstStyle/>
          <a:p>
            <a:pPr indent="0">
              <a:buNone/>
            </a:pPr>
            <a:r>
              <a:rPr lang="fr-FR" sz="3100" b="0" u="none" strike="noStrike">
                <a:solidFill>
                  <a:schemeClr val="dk1"/>
                </a:solidFill>
                <a:effectLst/>
                <a:uFillTx/>
                <a:latin typeface="Arial"/>
              </a:rPr>
              <a:t>Click to edit the title text format</a:t>
            </a:r>
          </a:p>
        </p:txBody>
      </p:sp>
      <p:sp>
        <p:nvSpPr>
          <p:cNvPr id="130" name="Google Shape;35;p5"/>
          <p:cNvSpPr/>
          <p:nvPr/>
        </p:nvSpPr>
        <p:spPr>
          <a:xfrm flipH="1">
            <a:off x="-720" y="0"/>
            <a:ext cx="283320" cy="5143320"/>
          </a:xfrm>
          <a:prstGeom prst="rect">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cxnSp>
        <p:nvCxnSpPr>
          <p:cNvPr id="131" name="Google Shape;36;p5"/>
          <p:cNvCxnSpPr/>
          <p:nvPr/>
        </p:nvCxnSpPr>
        <p:spPr>
          <a:xfrm flipV="1">
            <a:off x="8864640" y="0"/>
            <a:ext cx="360" cy="4131360"/>
          </a:xfrm>
          <a:prstGeom prst="straightConnector1">
            <a:avLst/>
          </a:prstGeom>
          <a:ln w="9525">
            <a:solidFill>
              <a:srgbClr val="0A0A0A"/>
            </a:solidFill>
            <a:round/>
          </a:ln>
        </p:spPr>
      </p:cxn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CAPTION_ONLY">
    <p:bg>
      <p:bgPr>
        <a:solidFill>
          <a:schemeClr val="lt1"/>
        </a:solidFill>
        <a:effectLst/>
      </p:bgPr>
    </p:bg>
    <p:spTree>
      <p:nvGrpSpPr>
        <p:cNvPr id="1" name=""/>
        <p:cNvGrpSpPr/>
        <p:nvPr/>
      </p:nvGrpSpPr>
      <p:grpSpPr>
        <a:xfrm>
          <a:off x="0" y="0"/>
          <a:ext cx="0" cy="0"/>
          <a:chOff x="0" y="0"/>
          <a:chExt cx="0" cy="0"/>
        </a:xfrm>
      </p:grpSpPr>
      <p:sp>
        <p:nvSpPr>
          <p:cNvPr id="155" name="PlaceHolder 1"/>
          <p:cNvSpPr>
            <a:spLocks noGrp="1"/>
          </p:cNvSpPr>
          <p:nvPr>
            <p:ph type="body"/>
          </p:nvPr>
        </p:nvSpPr>
        <p:spPr>
          <a:xfrm>
            <a:off x="0" y="0"/>
            <a:ext cx="9143640" cy="514332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
        <p:nvSpPr>
          <p:cNvPr id="156" name="PlaceHolder 2"/>
          <p:cNvSpPr>
            <a:spLocks noGrp="1"/>
          </p:cNvSpPr>
          <p:nvPr>
            <p:ph type="title"/>
          </p:nvPr>
        </p:nvSpPr>
        <p:spPr>
          <a:xfrm>
            <a:off x="713160" y="3947040"/>
            <a:ext cx="7717320" cy="661320"/>
          </a:xfrm>
          <a:prstGeom prst="rect">
            <a:avLst/>
          </a:prstGeom>
          <a:noFill/>
          <a:ln w="0">
            <a:noFill/>
          </a:ln>
        </p:spPr>
        <p:txBody>
          <a:bodyPr lIns="91440" tIns="91440" rIns="91440" bIns="91440" anchor="t">
            <a:noAutofit/>
          </a:bodyPr>
          <a:lstStyle/>
          <a:p>
            <a:pPr indent="0">
              <a:buNone/>
            </a:pPr>
            <a:r>
              <a:rPr lang="fr-FR" sz="3100" b="0" u="none" strike="noStrike">
                <a:solidFill>
                  <a:schemeClr val="dk1"/>
                </a:solidFill>
                <a:effectLst/>
                <a:uFillTx/>
                <a:latin typeface="Arial"/>
              </a:rPr>
              <a:t>Click to edit the title text format</a:t>
            </a: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simple-light-2">
    <p:bg>
      <p:bgPr>
        <a:solidFill>
          <a:srgbClr val="0E2A47"/>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Default">
    <p:bg>
      <p:bgPr>
        <a:solidFill>
          <a:srgbClr val="0E2A47"/>
        </a:solidFill>
        <a:effectLst/>
      </p:bgPr>
    </p:bg>
    <p:spTree>
      <p:nvGrpSpPr>
        <p:cNvPr id="1" name=""/>
        <p:cNvGrpSpPr/>
        <p:nvPr/>
      </p:nvGrpSpPr>
      <p:grpSpPr>
        <a:xfrm>
          <a:off x="0" y="0"/>
          <a:ext cx="0" cy="0"/>
          <a:chOff x="0" y="0"/>
          <a:chExt cx="0" cy="0"/>
        </a:xfrm>
      </p:grpSpPr>
      <p:sp>
        <p:nvSpPr>
          <p:cNvPr id="157" name="PlaceHolder 1"/>
          <p:cNvSpPr>
            <a:spLocks noGrp="1"/>
          </p:cNvSpPr>
          <p:nvPr>
            <p:ph type="title"/>
          </p:nvPr>
        </p:nvSpPr>
        <p:spPr>
          <a:xfrm>
            <a:off x="723600" y="511200"/>
            <a:ext cx="7696800" cy="482040"/>
          </a:xfrm>
          <a:prstGeom prst="rect">
            <a:avLst/>
          </a:prstGeom>
          <a:noFill/>
          <a:ln w="0">
            <a:noFill/>
          </a:ln>
        </p:spPr>
        <p:txBody>
          <a:bodyPr lIns="91440" tIns="91440" rIns="91440" bIns="91440" anchor="t">
            <a:noAutofit/>
          </a:bodyPr>
          <a:lstStyle/>
          <a:p>
            <a:pPr indent="0">
              <a:buNone/>
            </a:pPr>
            <a:r>
              <a:rPr lang="fr-FR" sz="2400" b="0" u="none" strike="noStrike">
                <a:solidFill>
                  <a:schemeClr val="dk1"/>
                </a:solidFill>
                <a:effectLst/>
                <a:uFillTx/>
                <a:latin typeface="Arial"/>
              </a:rPr>
              <a:t>Click to edit the title text format</a:t>
            </a: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Default 1">
    <p:bg>
      <p:bgPr>
        <a:solidFill>
          <a:srgbClr val="0E2A47"/>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Default 2">
    <p:bg>
      <p:bgPr>
        <a:solidFill>
          <a:srgbClr val="0E2A47"/>
        </a:solidFill>
        <a:effectLst/>
      </p:bgPr>
    </p:bg>
    <p:spTree>
      <p:nvGrpSpPr>
        <p:cNvPr id="1" name=""/>
        <p:cNvGrpSpPr/>
        <p:nvPr/>
      </p:nvGrpSpPr>
      <p:grpSpPr>
        <a:xfrm>
          <a:off x="0" y="0"/>
          <a:ext cx="0" cy="0"/>
          <a:chOff x="0" y="0"/>
          <a:chExt cx="0" cy="0"/>
        </a:xfrm>
      </p:grpSpPr>
      <p:sp>
        <p:nvSpPr>
          <p:cNvPr id="158" name="PlaceHolder 1"/>
          <p:cNvSpPr>
            <a:spLocks noGrp="1"/>
          </p:cNvSpPr>
          <p:nvPr>
            <p:ph type="title"/>
          </p:nvPr>
        </p:nvSpPr>
        <p:spPr>
          <a:xfrm>
            <a:off x="716760" y="510840"/>
            <a:ext cx="7710120" cy="482040"/>
          </a:xfrm>
          <a:prstGeom prst="rect">
            <a:avLst/>
          </a:prstGeom>
          <a:noFill/>
          <a:ln w="0">
            <a:noFill/>
          </a:ln>
        </p:spPr>
        <p:txBody>
          <a:bodyPr lIns="91440" tIns="91440" rIns="91440" bIns="91440" anchor="t">
            <a:noAutofit/>
          </a:bodyPr>
          <a:lstStyle/>
          <a:p>
            <a:pPr indent="0">
              <a:buNone/>
            </a:pPr>
            <a:r>
              <a:rPr lang="fr-FR" sz="2400" b="0" u="none" strike="noStrike">
                <a:solidFill>
                  <a:schemeClr val="dk1"/>
                </a:solidFill>
                <a:effectLst/>
                <a:uFillTx/>
                <a:latin typeface="Arial"/>
              </a:rPr>
              <a:t>Click to edit the title text format</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7.xml"/><Relationship Id="rId13" Type="http://schemas.openxmlformats.org/officeDocument/2006/relationships/slideLayout" Target="../slideLayouts/slideLayout32.xml"/><Relationship Id="rId3" Type="http://schemas.openxmlformats.org/officeDocument/2006/relationships/slideLayout" Target="../slideLayouts/slideLayout22.xml"/><Relationship Id="rId7" Type="http://schemas.openxmlformats.org/officeDocument/2006/relationships/slideLayout" Target="../slideLayouts/slideLayout26.xml"/><Relationship Id="rId12" Type="http://schemas.openxmlformats.org/officeDocument/2006/relationships/slideLayout" Target="../slideLayouts/slideLayout31.xml"/><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slideLayout" Target="../slideLayouts/slideLayout30.xml"/><Relationship Id="rId5" Type="http://schemas.openxmlformats.org/officeDocument/2006/relationships/slideLayout" Target="../slideLayouts/slideLayout24.xml"/><Relationship Id="rId15" Type="http://schemas.openxmlformats.org/officeDocument/2006/relationships/theme" Target="../theme/theme2.xml"/><Relationship Id="rId10" Type="http://schemas.openxmlformats.org/officeDocument/2006/relationships/slideLayout" Target="../slideLayouts/slideLayout29.xml"/><Relationship Id="rId4" Type="http://schemas.openxmlformats.org/officeDocument/2006/relationships/slideLayout" Target="../slideLayouts/slideLayout23.xml"/><Relationship Id="rId9" Type="http://schemas.openxmlformats.org/officeDocument/2006/relationships/slideLayout" Target="../slideLayouts/slideLayout28.xml"/><Relationship Id="rId14" Type="http://schemas.openxmlformats.org/officeDocument/2006/relationships/slideLayout" Target="../slideLayouts/slideLayout33.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35.xml"/><Relationship Id="rId1" Type="http://schemas.openxmlformats.org/officeDocument/2006/relationships/slideLayout" Target="../slideLayouts/slideLayout34.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37.xml"/><Relationship Id="rId1" Type="http://schemas.openxmlformats.org/officeDocument/2006/relationships/slideLayout" Target="../slideLayouts/slideLayout3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 id="2147483681" r:id="rId13"/>
    <p:sldLayoutId id="214748368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84" r:id="rId1"/>
    <p:sldLayoutId id="2147483685"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87" r:id="rId1"/>
    <p:sldLayoutId id="2147483688"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 name="PlaceHolder 1"/>
          <p:cNvSpPr>
            <a:spLocks noGrp="1"/>
          </p:cNvSpPr>
          <p:nvPr>
            <p:ph type="title"/>
          </p:nvPr>
        </p:nvSpPr>
        <p:spPr>
          <a:xfrm>
            <a:off x="714240" y="1019160"/>
            <a:ext cx="5600520" cy="2219040"/>
          </a:xfrm>
          <a:prstGeom prst="rect">
            <a:avLst/>
          </a:prstGeom>
          <a:noFill/>
          <a:ln w="0">
            <a:noFill/>
          </a:ln>
        </p:spPr>
        <p:txBody>
          <a:bodyPr lIns="91440" tIns="91440" rIns="91440" bIns="91440" anchor="b">
            <a:normAutofit/>
          </a:bodyPr>
          <a:lstStyle/>
          <a:p>
            <a:pPr indent="0">
              <a:lnSpc>
                <a:spcPct val="100000"/>
              </a:lnSpc>
              <a:buNone/>
              <a:tabLst>
                <a:tab pos="0" algn="l"/>
              </a:tabLst>
            </a:pPr>
            <a:r>
              <a:rPr lang="en-US" sz="4100" b="0" u="none" strike="noStrike">
                <a:solidFill>
                  <a:schemeClr val="dk1"/>
                </a:solidFill>
                <a:effectLst/>
                <a:uFillTx/>
                <a:latin typeface="Golos Text"/>
                <a:ea typeface="Golos Text"/>
              </a:rPr>
              <a:t>ResumeScan </a:t>
            </a:r>
            <a:r>
              <a:rPr lang="en-US" sz="4100" b="0" u="none" strike="noStrike">
                <a:solidFill>
                  <a:schemeClr val="accent1"/>
                </a:solidFill>
                <a:effectLst/>
                <a:uFillTx/>
                <a:latin typeface="Golos Text"/>
                <a:ea typeface="Golos Text"/>
              </a:rPr>
              <a:t>Pro </a:t>
            </a:r>
            <a:endParaRPr lang="fr-FR" sz="4100" b="0" u="none" strike="noStrike">
              <a:solidFill>
                <a:schemeClr val="dk1"/>
              </a:solidFill>
              <a:effectLst/>
              <a:uFillTx/>
              <a:latin typeface="Arial"/>
            </a:endParaRPr>
          </a:p>
        </p:txBody>
      </p:sp>
      <p:sp>
        <p:nvSpPr>
          <p:cNvPr id="160" name="PlaceHolder 2"/>
          <p:cNvSpPr>
            <a:spLocks noGrp="1"/>
          </p:cNvSpPr>
          <p:nvPr>
            <p:ph type="subTitle"/>
          </p:nvPr>
        </p:nvSpPr>
        <p:spPr>
          <a:xfrm>
            <a:off x="714240" y="3314880"/>
            <a:ext cx="5600520" cy="723600"/>
          </a:xfrm>
          <a:prstGeom prst="rect">
            <a:avLst/>
          </a:prstGeom>
          <a:noFill/>
          <a:ln w="0">
            <a:noFill/>
          </a:ln>
        </p:spPr>
        <p:txBody>
          <a:bodyPr lIns="91440" tIns="91440" rIns="91440" bIns="91440" anchor="t">
            <a:normAutofit/>
          </a:bodyPr>
          <a:lstStyle/>
          <a:p>
            <a:pPr indent="0">
              <a:lnSpc>
                <a:spcPct val="115000"/>
              </a:lnSpc>
              <a:buNone/>
              <a:tabLst>
                <a:tab pos="0" algn="l"/>
              </a:tabLst>
            </a:pPr>
            <a:r>
              <a:rPr lang="en-US" sz="1500" b="0" u="none" strike="noStrike">
                <a:solidFill>
                  <a:schemeClr val="dk1"/>
                </a:solidFill>
                <a:effectLst/>
                <a:uFillTx/>
                <a:latin typeface="Commissioner"/>
                <a:ea typeface="Commissioner"/>
              </a:rPr>
              <a:t>High-Performance Resume Analysis</a:t>
            </a:r>
            <a:endParaRPr lang="en-US" sz="1500" b="0" u="none" strike="noStrike">
              <a:solidFill>
                <a:srgbClr val="000000"/>
              </a:solidFill>
              <a:effectLst/>
              <a:uFillTx/>
              <a:latin typeface="OpenSymbo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 name="PlaceHolder 1"/>
          <p:cNvSpPr>
            <a:spLocks noGrp="1"/>
          </p:cNvSpPr>
          <p:nvPr>
            <p:ph type="title"/>
          </p:nvPr>
        </p:nvSpPr>
        <p:spPr>
          <a:xfrm>
            <a:off x="952560" y="1181160"/>
            <a:ext cx="4866840" cy="799920"/>
          </a:xfrm>
          <a:prstGeom prst="rect">
            <a:avLst/>
          </a:prstGeom>
          <a:noFill/>
          <a:ln w="0">
            <a:noFill/>
          </a:ln>
        </p:spPr>
        <p:txBody>
          <a:bodyPr lIns="91440" tIns="91440" rIns="91440" bIns="91440" anchor="b">
            <a:normAutofit/>
          </a:bodyPr>
          <a:lstStyle/>
          <a:p>
            <a:pPr indent="0">
              <a:lnSpc>
                <a:spcPct val="100000"/>
              </a:lnSpc>
              <a:buNone/>
              <a:tabLst>
                <a:tab pos="0" algn="l"/>
              </a:tabLst>
            </a:pPr>
            <a:r>
              <a:rPr lang="en-US" sz="3100" b="0" u="none" strike="noStrike">
                <a:solidFill>
                  <a:schemeClr val="dk1"/>
                </a:solidFill>
                <a:effectLst/>
                <a:uFillTx/>
                <a:latin typeface="Golos Text"/>
                <a:ea typeface="Golos Text"/>
              </a:rPr>
              <a:t>Introduction</a:t>
            </a:r>
            <a:endParaRPr lang="fr-FR" sz="3100" b="0" u="none" strike="noStrike">
              <a:solidFill>
                <a:schemeClr val="dk1"/>
              </a:solidFill>
              <a:effectLst/>
              <a:uFillTx/>
              <a:latin typeface="Arial"/>
            </a:endParaRPr>
          </a:p>
        </p:txBody>
      </p:sp>
      <p:sp>
        <p:nvSpPr>
          <p:cNvPr id="162" name="PlaceHolder 2"/>
          <p:cNvSpPr>
            <a:spLocks noGrp="1"/>
          </p:cNvSpPr>
          <p:nvPr>
            <p:ph type="subTitle"/>
          </p:nvPr>
        </p:nvSpPr>
        <p:spPr>
          <a:xfrm>
            <a:off x="952560" y="2114640"/>
            <a:ext cx="4866840" cy="1847520"/>
          </a:xfrm>
          <a:prstGeom prst="rect">
            <a:avLst/>
          </a:prstGeom>
          <a:noFill/>
          <a:ln w="0">
            <a:noFill/>
          </a:ln>
        </p:spPr>
        <p:txBody>
          <a:bodyPr lIns="91440" tIns="91440" rIns="91440" bIns="91440" anchor="t">
            <a:normAutofit/>
          </a:bodyPr>
          <a:lstStyle/>
          <a:p>
            <a:pPr indent="0">
              <a:lnSpc>
                <a:spcPct val="150000"/>
              </a:lnSpc>
              <a:buNone/>
              <a:tabLst>
                <a:tab pos="0" algn="l"/>
              </a:tabLst>
            </a:pPr>
            <a:r>
              <a:rPr lang="en-US" sz="1200" b="0" u="none" strike="noStrike">
                <a:solidFill>
                  <a:schemeClr val="dk1"/>
                </a:solidFill>
                <a:effectLst/>
                <a:uFillTx/>
                <a:latin typeface="Commissioner"/>
                <a:ea typeface="Commissioner"/>
              </a:rPr>
              <a:t>ResumeScan Pro is a cutting-edge, ATS-optimized tool designed to enhance job seekers success by aligning resumes with job requirements. It uniquely combines resilience, speed, and professional design to offer instant, actionable feedback, making resume improvement both efficient and effective.</a:t>
            </a:r>
            <a:endParaRPr lang="en-US" sz="1200" b="0" u="none" strike="noStrike">
              <a:solidFill>
                <a:srgbClr val="000000"/>
              </a:solidFill>
              <a:effectLst/>
              <a:uFillTx/>
              <a:latin typeface="OpenSymbo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 name="PlaceHolder 1"/>
          <p:cNvSpPr>
            <a:spLocks noGrp="1"/>
          </p:cNvSpPr>
          <p:nvPr>
            <p:ph type="title"/>
          </p:nvPr>
        </p:nvSpPr>
        <p:spPr>
          <a:xfrm>
            <a:off x="952560" y="1181160"/>
            <a:ext cx="4866840" cy="799920"/>
          </a:xfrm>
          <a:prstGeom prst="rect">
            <a:avLst/>
          </a:prstGeom>
          <a:noFill/>
          <a:ln w="0">
            <a:noFill/>
          </a:ln>
        </p:spPr>
        <p:txBody>
          <a:bodyPr lIns="91440" tIns="91440" rIns="91440" bIns="91440" anchor="b">
            <a:normAutofit/>
          </a:bodyPr>
          <a:lstStyle/>
          <a:p>
            <a:pPr indent="0">
              <a:lnSpc>
                <a:spcPct val="100000"/>
              </a:lnSpc>
              <a:buNone/>
              <a:tabLst>
                <a:tab pos="0" algn="l"/>
              </a:tabLst>
            </a:pPr>
            <a:r>
              <a:rPr lang="en-US" sz="3100" b="0" u="none" strike="noStrike">
                <a:solidFill>
                  <a:schemeClr val="dk1"/>
                </a:solidFill>
                <a:effectLst/>
                <a:uFillTx/>
                <a:latin typeface="Golos Text"/>
                <a:ea typeface="Golos Text"/>
              </a:rPr>
              <a:t>Key Features Overview</a:t>
            </a:r>
            <a:endParaRPr lang="fr-FR" sz="3100" b="0" u="none" strike="noStrike">
              <a:solidFill>
                <a:schemeClr val="dk1"/>
              </a:solidFill>
              <a:effectLst/>
              <a:uFillTx/>
              <a:latin typeface="Arial"/>
            </a:endParaRPr>
          </a:p>
        </p:txBody>
      </p:sp>
      <p:sp>
        <p:nvSpPr>
          <p:cNvPr id="164" name="PlaceHolder 2"/>
          <p:cNvSpPr>
            <a:spLocks noGrp="1"/>
          </p:cNvSpPr>
          <p:nvPr>
            <p:ph type="subTitle"/>
          </p:nvPr>
        </p:nvSpPr>
        <p:spPr>
          <a:xfrm>
            <a:off x="952560" y="2114640"/>
            <a:ext cx="4866840" cy="1847520"/>
          </a:xfrm>
          <a:prstGeom prst="rect">
            <a:avLst/>
          </a:prstGeom>
          <a:noFill/>
          <a:ln w="0">
            <a:noFill/>
          </a:ln>
        </p:spPr>
        <p:txBody>
          <a:bodyPr lIns="91440" tIns="91440" rIns="91440" bIns="91440" anchor="t">
            <a:normAutofit/>
          </a:bodyPr>
          <a:lstStyle/>
          <a:p>
            <a:pPr indent="0">
              <a:lnSpc>
                <a:spcPct val="150000"/>
              </a:lnSpc>
              <a:buNone/>
              <a:tabLst>
                <a:tab pos="0" algn="l"/>
              </a:tabLst>
            </a:pPr>
            <a:r>
              <a:rPr lang="en-US" sz="1200" b="0" u="none" strike="noStrike">
                <a:solidFill>
                  <a:schemeClr val="dk1"/>
                </a:solidFill>
                <a:effectLst/>
                <a:uFillTx/>
                <a:latin typeface="Commissioner"/>
                <a:ea typeface="Commissioner"/>
              </a:rPr>
              <a:t>ResumeScan Pro uses </a:t>
            </a:r>
            <a:r>
              <a:rPr lang="en-US" sz="1200" b="1" u="none" strike="noStrike">
                <a:solidFill>
                  <a:schemeClr val="dk1"/>
                </a:solidFill>
                <a:effectLst/>
                <a:uFillTx/>
                <a:latin typeface="Commissioner"/>
                <a:ea typeface="Commissioner"/>
              </a:rPr>
              <a:t>AI-powered matching</a:t>
            </a:r>
            <a:r>
              <a:rPr lang="en-US" sz="1200" b="0" u="none" strike="noStrike">
                <a:solidFill>
                  <a:schemeClr val="dk1"/>
                </a:solidFill>
                <a:effectLst/>
                <a:uFillTx/>
                <a:latin typeface="Commissioner"/>
                <a:ea typeface="Commissioner"/>
              </a:rPr>
              <a:t> to deliver instant percentage match scores and identify critical skill gaps. It supports custom job descriptions for tailored analysis. Its self-healing features enable offline use with background sync, while the admin dashboard offers real-time analytics and secure, Gmail-focused authentication.</a:t>
            </a:r>
            <a:endParaRPr lang="en-US" sz="1200" b="0" u="none" strike="noStrike">
              <a:solidFill>
                <a:srgbClr val="000000"/>
              </a:solidFill>
              <a:effectLst/>
              <a:uFillTx/>
              <a:latin typeface="OpenSymbo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 name="Rectangle 164"/>
          <p:cNvSpPr/>
          <p:nvPr/>
        </p:nvSpPr>
        <p:spPr>
          <a:xfrm>
            <a:off x="5048280" y="476280"/>
            <a:ext cx="3619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lnSpcReduction="9999"/>
          </a:bodyPr>
          <a:lstStyle/>
          <a:p>
            <a:pPr algn="ctr" defTabSz="914400">
              <a:lnSpc>
                <a:spcPct val="100000"/>
              </a:lnSpc>
              <a:tabLst>
                <a:tab pos="0" algn="l"/>
              </a:tabLst>
            </a:pPr>
            <a:r>
              <a:rPr lang="en-US" sz="3100" b="0" u="none" strike="noStrike">
                <a:solidFill>
                  <a:schemeClr val="dk1"/>
                </a:solidFill>
                <a:effectLst/>
                <a:uFillTx/>
                <a:latin typeface="Golos Text"/>
              </a:rPr>
              <a:t>Technology Stack Details</a:t>
            </a:r>
            <a:endParaRPr lang="en-US" sz="3100" b="0" u="none" strike="noStrike">
              <a:solidFill>
                <a:srgbClr val="000000"/>
              </a:solidFill>
              <a:effectLst/>
              <a:uFillTx/>
              <a:latin typeface="OpenSymbol"/>
            </a:endParaRPr>
          </a:p>
        </p:txBody>
      </p:sp>
      <p:sp>
        <p:nvSpPr>
          <p:cNvPr id="166" name="Rectangle 165"/>
          <p:cNvSpPr/>
          <p:nvPr/>
        </p:nvSpPr>
        <p:spPr>
          <a:xfrm>
            <a:off x="5048280" y="1905120"/>
            <a:ext cx="3619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50000"/>
              </a:lnSpc>
              <a:tabLst>
                <a:tab pos="0" algn="l"/>
              </a:tabLst>
            </a:pPr>
            <a:r>
              <a:rPr lang="en-US" sz="1200" b="0" u="none" strike="noStrike">
                <a:solidFill>
                  <a:schemeClr val="dk1"/>
                </a:solidFill>
                <a:effectLst/>
                <a:uFillTx/>
                <a:latin typeface="Commissioner"/>
              </a:rPr>
              <a:t>The tool is built with HTML5, Vanilla CSS3, and JavaScript (ES6+), featuring a custom Glassmorphism design. PDF.js enables precise local resume extraction. Firebase handles database and authentication, supported by a Mock Cloud API for local development. A custom toast notification system ensures smooth user feedback.</a:t>
            </a:r>
            <a:endParaRPr lang="en-US" sz="1200" b="0" u="none" strike="noStrike">
              <a:solidFill>
                <a:srgbClr val="000000"/>
              </a:solidFill>
              <a:effectLst/>
              <a:uFillTx/>
              <a:latin typeface="OpenSymbol"/>
            </a:endParaRPr>
          </a:p>
        </p:txBody>
      </p:sp>
      <p:pic>
        <p:nvPicPr>
          <p:cNvPr id="167" name="image69806ed6d42c3" descr="image69806ed6d42c7"/>
          <p:cNvPicPr/>
          <p:nvPr/>
        </p:nvPicPr>
        <p:blipFill>
          <a:blip r:embed="rId2"/>
          <a:stretch/>
        </p:blipFill>
        <p:spPr>
          <a:xfrm>
            <a:off x="0" y="0"/>
            <a:ext cx="4571640" cy="5143320"/>
          </a:xfrm>
          <a:prstGeom prst="rect">
            <a:avLst/>
          </a:prstGeom>
          <a:noFill/>
          <a:ln w="0">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 name="PlaceHolder 1"/>
          <p:cNvSpPr>
            <a:spLocks noGrp="1"/>
          </p:cNvSpPr>
          <p:nvPr>
            <p:ph/>
          </p:nvPr>
        </p:nvSpPr>
        <p:spPr>
          <a:xfrm>
            <a:off x="1695600" y="1762200"/>
            <a:ext cx="5762160" cy="2095200"/>
          </a:xfrm>
          <a:prstGeom prst="rect">
            <a:avLst/>
          </a:prstGeom>
          <a:noFill/>
          <a:ln w="0">
            <a:noFill/>
          </a:ln>
        </p:spPr>
        <p:txBody>
          <a:bodyPr lIns="91440" tIns="91440" rIns="91440" bIns="91440" anchor="t">
            <a:normAutofit/>
          </a:bodyPr>
          <a:lstStyle/>
          <a:p>
            <a:pPr indent="0">
              <a:lnSpc>
                <a:spcPct val="150000"/>
              </a:lnSpc>
              <a:buNone/>
              <a:tabLst>
                <a:tab pos="0" algn="l"/>
              </a:tabLst>
            </a:pPr>
            <a:r>
              <a:rPr lang="en-US" sz="1200" b="0" u="none" strike="noStrike">
                <a:solidFill>
                  <a:schemeClr val="dk1"/>
                </a:solidFill>
                <a:effectLst/>
                <a:uFillTx/>
                <a:latin typeface="Commissioner"/>
                <a:ea typeface="Commissioner"/>
              </a:rPr>
              <a:t>ResumeScan Pro embraces a </a:t>
            </a:r>
            <a:r>
              <a:rPr lang="en-US" sz="1200" b="0" i="1" u="none" strike="noStrike">
                <a:solidFill>
                  <a:schemeClr val="dk1"/>
                </a:solidFill>
                <a:effectLst/>
                <a:uFillTx/>
                <a:latin typeface="Commissioner"/>
                <a:ea typeface="Commissioner"/>
              </a:rPr>
              <a:t>Modern Dark Aesthetic</a:t>
            </a:r>
            <a:r>
              <a:rPr lang="en-US" sz="1200" b="0" u="none" strike="noStrike">
                <a:solidFill>
                  <a:schemeClr val="dk1"/>
                </a:solidFill>
                <a:effectLst/>
                <a:uFillTx/>
                <a:latin typeface="Commissioner"/>
                <a:ea typeface="Commissioner"/>
              </a:rPr>
              <a:t> featuring Glassmorphism with frosted-glass cards and vibrant backdrop blurs. The design prioritizes </a:t>
            </a:r>
            <a:r>
              <a:rPr lang="en-US" sz="1200" b="1" u="none" strike="noStrike">
                <a:solidFill>
                  <a:schemeClr val="dk1"/>
                </a:solidFill>
                <a:effectLst/>
                <a:uFillTx/>
                <a:latin typeface="Commissioner"/>
                <a:ea typeface="Commissioner"/>
              </a:rPr>
              <a:t>dynamic feedback</a:t>
            </a:r>
            <a:r>
              <a:rPr lang="en-US" sz="1200" b="0" u="none" strike="noStrike">
                <a:solidFill>
                  <a:schemeClr val="dk1"/>
                </a:solidFill>
                <a:effectLst/>
                <a:uFillTx/>
                <a:latin typeface="Commissioner"/>
                <a:ea typeface="Commissioner"/>
              </a:rPr>
              <a:t> with real-time system health indicators and a responsive layout optimized for various devices, ensuring a seamless user experience across mobile, tablet, and desktop.</a:t>
            </a:r>
            <a:endParaRPr lang="fr-FR" sz="1200" b="0" u="none" strike="noStrike">
              <a:solidFill>
                <a:srgbClr val="000000"/>
              </a:solidFill>
              <a:effectLst/>
              <a:uFillTx/>
              <a:latin typeface="Arial"/>
            </a:endParaRPr>
          </a:p>
        </p:txBody>
      </p:sp>
      <p:sp>
        <p:nvSpPr>
          <p:cNvPr id="169" name="PlaceHolder 2"/>
          <p:cNvSpPr>
            <a:spLocks noGrp="1"/>
          </p:cNvSpPr>
          <p:nvPr>
            <p:ph type="title"/>
          </p:nvPr>
        </p:nvSpPr>
        <p:spPr>
          <a:xfrm>
            <a:off x="714240" y="466560"/>
            <a:ext cx="7714800" cy="552240"/>
          </a:xfrm>
          <a:prstGeom prst="rect">
            <a:avLst/>
          </a:prstGeom>
          <a:noFill/>
          <a:ln w="0">
            <a:noFill/>
          </a:ln>
        </p:spPr>
        <p:txBody>
          <a:bodyPr lIns="91440" tIns="91440" rIns="91440" bIns="91440" anchor="t">
            <a:normAutofit fontScale="90000"/>
          </a:bodyPr>
          <a:lstStyle/>
          <a:p>
            <a:pPr indent="0" algn="ctr">
              <a:lnSpc>
                <a:spcPct val="100000"/>
              </a:lnSpc>
              <a:buNone/>
              <a:tabLst>
                <a:tab pos="0" algn="l"/>
              </a:tabLst>
            </a:pPr>
            <a:r>
              <a:rPr lang="en-US" sz="3100" b="0" u="none" strike="noStrike">
                <a:solidFill>
                  <a:schemeClr val="dk1"/>
                </a:solidFill>
                <a:effectLst/>
                <a:uFillTx/>
                <a:latin typeface="Golos Text"/>
                <a:ea typeface="Golos Text"/>
              </a:rPr>
              <a:t>Design Philosophy</a:t>
            </a:r>
            <a:endParaRPr lang="fr-FR" sz="3100" b="0" u="none" strike="noStrike">
              <a:solidFill>
                <a:schemeClr val="dk1"/>
              </a:solidFill>
              <a:effectLst/>
              <a:uFillTx/>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Rectangle 169"/>
          <p:cNvSpPr/>
          <p:nvPr/>
        </p:nvSpPr>
        <p:spPr>
          <a:xfrm>
            <a:off x="476280" y="476280"/>
            <a:ext cx="3619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lnSpcReduction="9999"/>
          </a:bodyPr>
          <a:lstStyle/>
          <a:p>
            <a:pPr algn="ctr" defTabSz="914400">
              <a:lnSpc>
                <a:spcPct val="100000"/>
              </a:lnSpc>
              <a:tabLst>
                <a:tab pos="0" algn="l"/>
              </a:tabLst>
            </a:pPr>
            <a:r>
              <a:rPr lang="en-US" sz="3100" b="0" u="none" strike="noStrike">
                <a:solidFill>
                  <a:schemeClr val="dk1"/>
                </a:solidFill>
                <a:effectLst/>
                <a:uFillTx/>
                <a:latin typeface="Golos Text"/>
              </a:rPr>
              <a:t>Installation and Setup Guide</a:t>
            </a:r>
            <a:endParaRPr lang="en-US" sz="3100" b="0" u="none" strike="noStrike">
              <a:solidFill>
                <a:srgbClr val="000000"/>
              </a:solidFill>
              <a:effectLst/>
              <a:uFillTx/>
              <a:latin typeface="OpenSymbol"/>
            </a:endParaRPr>
          </a:p>
        </p:txBody>
      </p:sp>
      <p:sp>
        <p:nvSpPr>
          <p:cNvPr id="171" name="Rectangle 170"/>
          <p:cNvSpPr/>
          <p:nvPr/>
        </p:nvSpPr>
        <p:spPr>
          <a:xfrm>
            <a:off x="476280" y="1905120"/>
            <a:ext cx="3619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50000"/>
              </a:lnSpc>
              <a:tabLst>
                <a:tab pos="0" algn="l"/>
              </a:tabLst>
            </a:pPr>
            <a:r>
              <a:rPr lang="en-US" sz="1200" b="0" u="none" strike="noStrike">
                <a:solidFill>
                  <a:schemeClr val="dk1"/>
                </a:solidFill>
                <a:effectLst/>
                <a:uFillTx/>
                <a:latin typeface="Commissioner"/>
              </a:rPr>
              <a:t>To install ResumeScan Pro, clone the repository via Git and optionally configure Firebase with your credentials for cloud functionality. The app runs in Virtual Cloud Mode if no Firebase keys are provided. Launching is simple by opening the HTML file in any modern browser or using a Live Server extension.</a:t>
            </a:r>
            <a:endParaRPr lang="en-US" sz="1200" b="0" u="none" strike="noStrike">
              <a:solidFill>
                <a:srgbClr val="000000"/>
              </a:solidFill>
              <a:effectLst/>
              <a:uFillTx/>
              <a:latin typeface="OpenSymbol"/>
            </a:endParaRPr>
          </a:p>
        </p:txBody>
      </p:sp>
      <p:pic>
        <p:nvPicPr>
          <p:cNvPr id="172" name="image69806ed6e3a4d" descr="image69806ed6e3a66"/>
          <p:cNvPicPr/>
          <p:nvPr/>
        </p:nvPicPr>
        <p:blipFill>
          <a:blip r:embed="rId2"/>
          <a:stretch/>
        </p:blipFill>
        <p:spPr>
          <a:xfrm>
            <a:off x="4572000" y="0"/>
            <a:ext cx="4571640" cy="5143320"/>
          </a:xfrm>
          <a:prstGeom prst="rect">
            <a:avLst/>
          </a:prstGeom>
          <a:noFill/>
          <a:ln w="0">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 name="Rectangle 172"/>
          <p:cNvSpPr/>
          <p:nvPr/>
        </p:nvSpPr>
        <p:spPr>
          <a:xfrm>
            <a:off x="476280" y="476280"/>
            <a:ext cx="8191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gn="ctr" defTabSz="914400">
              <a:lnSpc>
                <a:spcPct val="100000"/>
              </a:lnSpc>
              <a:tabLst>
                <a:tab pos="0" algn="l"/>
              </a:tabLst>
            </a:pPr>
            <a:r>
              <a:rPr lang="en-US" sz="3100" b="0" u="none" strike="noStrike">
                <a:solidFill>
                  <a:schemeClr val="dk1"/>
                </a:solidFill>
                <a:effectLst/>
                <a:uFillTx/>
                <a:latin typeface="Golos Text"/>
              </a:rPr>
              <a:t>Admin Dashboard and Analytics</a:t>
            </a:r>
            <a:endParaRPr lang="en-US" sz="3100" b="0" u="none" strike="noStrike">
              <a:solidFill>
                <a:srgbClr val="000000"/>
              </a:solidFill>
              <a:effectLst/>
              <a:uFillTx/>
              <a:latin typeface="OpenSymbol"/>
            </a:endParaRPr>
          </a:p>
        </p:txBody>
      </p:sp>
      <p:sp>
        <p:nvSpPr>
          <p:cNvPr id="174" name="Rectangle 173"/>
          <p:cNvSpPr/>
          <p:nvPr/>
        </p:nvSpPr>
        <p:spPr>
          <a:xfrm>
            <a:off x="476280" y="1905120"/>
            <a:ext cx="8191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50000"/>
              </a:lnSpc>
              <a:tabLst>
                <a:tab pos="0" algn="l"/>
              </a:tabLst>
            </a:pPr>
            <a:r>
              <a:rPr lang="en-US" sz="1200" b="0" u="none" strike="noStrike">
                <a:solidFill>
                  <a:schemeClr val="dk1"/>
                </a:solidFill>
                <a:effectLst/>
                <a:uFillTx/>
                <a:latin typeface="Commissioner"/>
              </a:rPr>
              <a:t>The admin dashboard delivers </a:t>
            </a:r>
            <a:r>
              <a:rPr lang="en-US" sz="1200" b="1" u="none" strike="noStrike">
                <a:solidFill>
                  <a:schemeClr val="dk1"/>
                </a:solidFill>
                <a:effectLst/>
                <a:uFillTx/>
                <a:latin typeface="Commissioner"/>
              </a:rPr>
              <a:t>global analytics</a:t>
            </a:r>
            <a:r>
              <a:rPr lang="en-US" sz="1200" b="0" u="none" strike="noStrike">
                <a:solidFill>
                  <a:schemeClr val="dk1"/>
                </a:solidFill>
                <a:effectLst/>
                <a:uFillTx/>
                <a:latin typeface="Commissioner"/>
              </a:rPr>
              <a:t> including total users, scans, and average match scores. A live feed provides real-time platform activity, accessible only to authorized admin emails, allowing effective monitoring and management of user engagement and system performance.</a:t>
            </a:r>
            <a:endParaRPr lang="en-US" sz="1200" b="0" u="none" strike="noStrike">
              <a:solidFill>
                <a:srgbClr val="000000"/>
              </a:solidFill>
              <a:effectLst/>
              <a:uFillTx/>
              <a:latin typeface="OpenSymbol"/>
            </a:endParaRPr>
          </a:p>
        </p:txBody>
      </p:sp>
    </p:spTree>
  </p:cSld>
  <p:clrMapOvr>
    <a:masterClrMapping/>
  </p:clrMapOvr>
</p:sld>
</file>

<file path=ppt/theme/theme1.xml><?xml version="1.0" encoding="utf-8"?>
<a:theme xmlns:a="http://schemas.openxmlformats.org/drawingml/2006/main" name="Formulating a Research Problem for University Students by Slidesgo">
  <a:themeElements>
    <a:clrScheme name="Simple Light">
      <a:dk1>
        <a:srgbClr val="0A0A0A"/>
      </a:dk1>
      <a:lt1>
        <a:srgbClr val="F9F9F9"/>
      </a:lt1>
      <a:dk2>
        <a:srgbClr val="DDDDDD"/>
      </a:dk2>
      <a:lt2>
        <a:srgbClr val="B3B4B3"/>
      </a:lt2>
      <a:accent1>
        <a:srgbClr val="878887"/>
      </a:accent1>
      <a:accent2>
        <a:srgbClr val="5F6160"/>
      </a:accent2>
      <a:accent3>
        <a:srgbClr val="FFFFFF"/>
      </a:accent3>
      <a:accent4>
        <a:srgbClr val="FFFFFF"/>
      </a:accent4>
      <a:accent5>
        <a:srgbClr val="FFFFFF"/>
      </a:accent5>
      <a:accent6>
        <a:srgbClr val="FFFFFF"/>
      </a:accent6>
      <a:hlink>
        <a:srgbClr val="0A0A0A"/>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Formulating a Research Problem for University Students by Slidesgo">
  <a:themeElements>
    <a:clrScheme name="Simple Light">
      <a:dk1>
        <a:srgbClr val="0A0A0A"/>
      </a:dk1>
      <a:lt1>
        <a:srgbClr val="F9F9F9"/>
      </a:lt1>
      <a:dk2>
        <a:srgbClr val="DDDDDD"/>
      </a:dk2>
      <a:lt2>
        <a:srgbClr val="B3B4B3"/>
      </a:lt2>
      <a:accent1>
        <a:srgbClr val="878887"/>
      </a:accent1>
      <a:accent2>
        <a:srgbClr val="5F6160"/>
      </a:accent2>
      <a:accent3>
        <a:srgbClr val="FFFFFF"/>
      </a:accent3>
      <a:accent4>
        <a:srgbClr val="FFFFFF"/>
      </a:accent4>
      <a:accent5>
        <a:srgbClr val="FFFFFF"/>
      </a:accent5>
      <a:accent6>
        <a:srgbClr val="FFFFFF"/>
      </a:accent6>
      <a:hlink>
        <a:srgbClr val="0A0A0A"/>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4.xml><?xml version="1.0" encoding="utf-8"?>
<a:theme xmlns:a="http://schemas.openxmlformats.org/drawingml/2006/main"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TotalTime>
  <Words>320</Words>
  <Application>Microsoft Office PowerPoint</Application>
  <PresentationFormat>On-screen Show (16:9)</PresentationFormat>
  <Paragraphs>14</Paragraphs>
  <Slides>7</Slides>
  <Notes>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7</vt:i4>
      </vt:variant>
    </vt:vector>
  </HeadingPairs>
  <TitlesOfParts>
    <vt:vector size="17" baseType="lpstr">
      <vt:lpstr>Arial</vt:lpstr>
      <vt:lpstr>Commissioner</vt:lpstr>
      <vt:lpstr>Golos Text</vt:lpstr>
      <vt:lpstr>OpenSymbol</vt:lpstr>
      <vt:lpstr>Symbol</vt:lpstr>
      <vt:lpstr>Wingdings</vt:lpstr>
      <vt:lpstr>Formulating a Research Problem for University Students by Slidesgo</vt:lpstr>
      <vt:lpstr>Formulating a Research Problem for University Students by Slidesgo</vt:lpstr>
      <vt:lpstr>Slidesgo Final Pages</vt:lpstr>
      <vt:lpstr>Slidesgo Final Pages</vt:lpstr>
      <vt:lpstr>ResumeScan Pro </vt:lpstr>
      <vt:lpstr>Introduction</vt:lpstr>
      <vt:lpstr>Key Features Overview</vt:lpstr>
      <vt:lpstr>PowerPoint Presentation</vt:lpstr>
      <vt:lpstr>Design Philosophy</vt:lpstr>
      <vt:lpstr>PowerPoint Presentation</vt:lpstr>
      <vt:lpstr>PowerPoint Presentation</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chaitanya o</cp:lastModifiedBy>
  <cp:revision>1</cp:revision>
  <dcterms:modified xsi:type="dcterms:W3CDTF">2026-02-02T09:34:23Z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2026-02-02T09:30:54Z</dcterms:created>
  <dc:creator>Unknown Creator</dc:creator>
  <dc:description/>
  <dc:language>en-US</dc:language>
  <cp:lastModifiedBy>Unknown Creator</cp:lastModifiedBy>
  <dcterms:modified xsi:type="dcterms:W3CDTF">2026-02-02T09:30:54Z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8</vt:r8>
  </property>
</Properties>
</file>